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3500" y="838200"/>
            <a:ext cx="225679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8659" y="2722879"/>
            <a:ext cx="6145530" cy="5375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oducts.office.com/en-us/word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Lorem</a:t>
            </a:r>
            <a:r>
              <a:rPr dirty="0" spc="-110"/>
              <a:t> </a:t>
            </a:r>
            <a:r>
              <a:rPr dirty="0" spc="-10"/>
              <a:t>ipsum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8659" y="1813559"/>
            <a:ext cx="5863590" cy="56261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 marR="5080" indent="228600">
              <a:lnSpc>
                <a:spcPts val="2070"/>
              </a:lnSpc>
              <a:spcBef>
                <a:spcPts val="244"/>
              </a:spcBef>
            </a:pPr>
            <a:r>
              <a:rPr dirty="0" sz="1800" b="1">
                <a:latin typeface="Arial"/>
                <a:cs typeface="Arial"/>
              </a:rPr>
              <a:t>Lorem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ipsum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dolor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sit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amet,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consectetur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adipiscing </a:t>
            </a:r>
            <a:r>
              <a:rPr dirty="0" sz="1800" b="1">
                <a:latin typeface="Arial"/>
                <a:cs typeface="Arial"/>
              </a:rPr>
              <a:t>elit.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Nunc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ac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faucibus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odio.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46300" y="7459980"/>
            <a:ext cx="2969260" cy="1725930"/>
            <a:chOff x="2146300" y="7459980"/>
            <a:chExt cx="2969260" cy="1725930"/>
          </a:xfrm>
        </p:grpSpPr>
        <p:sp>
          <p:nvSpPr>
            <p:cNvPr id="5" name="object 5"/>
            <p:cNvSpPr/>
            <p:nvPr/>
          </p:nvSpPr>
          <p:spPr>
            <a:xfrm>
              <a:off x="2146300" y="7459980"/>
              <a:ext cx="2969260" cy="1725930"/>
            </a:xfrm>
            <a:custGeom>
              <a:avLst/>
              <a:gdLst/>
              <a:ahLst/>
              <a:cxnLst/>
              <a:rect l="l" t="t" r="r" b="b"/>
              <a:pathLst>
                <a:path w="2969260" h="1725929">
                  <a:moveTo>
                    <a:pt x="1512570" y="1672590"/>
                  </a:moveTo>
                  <a:lnTo>
                    <a:pt x="54610" y="1672590"/>
                  </a:lnTo>
                  <a:lnTo>
                    <a:pt x="54610" y="0"/>
                  </a:lnTo>
                  <a:lnTo>
                    <a:pt x="2969260" y="0"/>
                  </a:lnTo>
                  <a:lnTo>
                    <a:pt x="2969260" y="1672590"/>
                  </a:lnTo>
                  <a:lnTo>
                    <a:pt x="1512570" y="1672590"/>
                  </a:lnTo>
                  <a:close/>
                </a:path>
                <a:path w="2969260" h="1725929">
                  <a:moveTo>
                    <a:pt x="54610" y="1671320"/>
                  </a:moveTo>
                  <a:lnTo>
                    <a:pt x="144780" y="1671320"/>
                  </a:lnTo>
                </a:path>
                <a:path w="2969260" h="1725929">
                  <a:moveTo>
                    <a:pt x="692150" y="1671320"/>
                  </a:moveTo>
                  <a:lnTo>
                    <a:pt x="873760" y="1671320"/>
                  </a:lnTo>
                </a:path>
                <a:path w="2969260" h="1725929">
                  <a:moveTo>
                    <a:pt x="1421129" y="1671320"/>
                  </a:moveTo>
                  <a:lnTo>
                    <a:pt x="1602739" y="1671320"/>
                  </a:lnTo>
                </a:path>
                <a:path w="2969260" h="1725929">
                  <a:moveTo>
                    <a:pt x="2150110" y="1671320"/>
                  </a:moveTo>
                  <a:lnTo>
                    <a:pt x="2331720" y="1671320"/>
                  </a:lnTo>
                </a:path>
                <a:path w="2969260" h="1725929">
                  <a:moveTo>
                    <a:pt x="2879090" y="1671320"/>
                  </a:moveTo>
                  <a:lnTo>
                    <a:pt x="2969260" y="1671320"/>
                  </a:lnTo>
                </a:path>
                <a:path w="2969260" h="1725929">
                  <a:moveTo>
                    <a:pt x="54610" y="1393190"/>
                  </a:moveTo>
                  <a:lnTo>
                    <a:pt x="144780" y="1393190"/>
                  </a:lnTo>
                </a:path>
                <a:path w="2969260" h="1725929">
                  <a:moveTo>
                    <a:pt x="692150" y="1393190"/>
                  </a:moveTo>
                  <a:lnTo>
                    <a:pt x="873760" y="1393190"/>
                  </a:lnTo>
                </a:path>
                <a:path w="2969260" h="1725929">
                  <a:moveTo>
                    <a:pt x="1421129" y="1393190"/>
                  </a:moveTo>
                  <a:lnTo>
                    <a:pt x="1602739" y="1393190"/>
                  </a:lnTo>
                </a:path>
                <a:path w="2969260" h="1725929">
                  <a:moveTo>
                    <a:pt x="1785620" y="1393190"/>
                  </a:moveTo>
                  <a:lnTo>
                    <a:pt x="1967229" y="1393190"/>
                  </a:lnTo>
                </a:path>
                <a:path w="2969260" h="1725929">
                  <a:moveTo>
                    <a:pt x="2150110" y="1393190"/>
                  </a:moveTo>
                  <a:lnTo>
                    <a:pt x="2331720" y="1393190"/>
                  </a:lnTo>
                </a:path>
                <a:path w="2969260" h="1725929">
                  <a:moveTo>
                    <a:pt x="2879090" y="1393190"/>
                  </a:moveTo>
                  <a:lnTo>
                    <a:pt x="2969260" y="1393190"/>
                  </a:lnTo>
                </a:path>
                <a:path w="2969260" h="1725929">
                  <a:moveTo>
                    <a:pt x="54610" y="1113790"/>
                  </a:moveTo>
                  <a:lnTo>
                    <a:pt x="144780" y="1113790"/>
                  </a:lnTo>
                </a:path>
                <a:path w="2969260" h="1725929">
                  <a:moveTo>
                    <a:pt x="327660" y="1113790"/>
                  </a:moveTo>
                  <a:lnTo>
                    <a:pt x="509269" y="1113790"/>
                  </a:lnTo>
                </a:path>
                <a:path w="2969260" h="1725929">
                  <a:moveTo>
                    <a:pt x="692150" y="1113790"/>
                  </a:moveTo>
                  <a:lnTo>
                    <a:pt x="1056639" y="1113790"/>
                  </a:lnTo>
                </a:path>
                <a:path w="2969260" h="1725929">
                  <a:moveTo>
                    <a:pt x="1421129" y="1113790"/>
                  </a:moveTo>
                  <a:lnTo>
                    <a:pt x="2331720" y="1113790"/>
                  </a:lnTo>
                </a:path>
                <a:path w="2969260" h="1725929">
                  <a:moveTo>
                    <a:pt x="2879090" y="1113790"/>
                  </a:moveTo>
                  <a:lnTo>
                    <a:pt x="2969260" y="1113790"/>
                  </a:lnTo>
                </a:path>
                <a:path w="2969260" h="1725929">
                  <a:moveTo>
                    <a:pt x="54610" y="835660"/>
                  </a:moveTo>
                  <a:lnTo>
                    <a:pt x="144780" y="835660"/>
                  </a:lnTo>
                </a:path>
                <a:path w="2969260" h="1725929">
                  <a:moveTo>
                    <a:pt x="327660" y="835660"/>
                  </a:moveTo>
                  <a:lnTo>
                    <a:pt x="1056639" y="835660"/>
                  </a:lnTo>
                </a:path>
                <a:path w="2969260" h="1725929">
                  <a:moveTo>
                    <a:pt x="1421129" y="835660"/>
                  </a:moveTo>
                  <a:lnTo>
                    <a:pt x="2514600" y="835660"/>
                  </a:lnTo>
                </a:path>
                <a:path w="2969260" h="1725929">
                  <a:moveTo>
                    <a:pt x="2879090" y="835660"/>
                  </a:moveTo>
                  <a:lnTo>
                    <a:pt x="2969260" y="835660"/>
                  </a:lnTo>
                </a:path>
                <a:path w="2969260" h="1725929">
                  <a:moveTo>
                    <a:pt x="54610" y="556260"/>
                  </a:moveTo>
                  <a:lnTo>
                    <a:pt x="144780" y="556260"/>
                  </a:lnTo>
                </a:path>
                <a:path w="2969260" h="1725929">
                  <a:moveTo>
                    <a:pt x="327660" y="556260"/>
                  </a:moveTo>
                  <a:lnTo>
                    <a:pt x="1056639" y="556260"/>
                  </a:lnTo>
                </a:path>
                <a:path w="2969260" h="1725929">
                  <a:moveTo>
                    <a:pt x="1421129" y="556260"/>
                  </a:moveTo>
                  <a:lnTo>
                    <a:pt x="2514600" y="556260"/>
                  </a:lnTo>
                </a:path>
                <a:path w="2969260" h="1725929">
                  <a:moveTo>
                    <a:pt x="2696210" y="556260"/>
                  </a:moveTo>
                  <a:lnTo>
                    <a:pt x="2969260" y="556260"/>
                  </a:lnTo>
                </a:path>
                <a:path w="2969260" h="1725929">
                  <a:moveTo>
                    <a:pt x="2969260" y="278130"/>
                  </a:moveTo>
                  <a:lnTo>
                    <a:pt x="54610" y="278130"/>
                  </a:lnTo>
                </a:path>
                <a:path w="2969260" h="1725929">
                  <a:moveTo>
                    <a:pt x="2969260" y="0"/>
                  </a:moveTo>
                  <a:lnTo>
                    <a:pt x="54610" y="0"/>
                  </a:lnTo>
                </a:path>
                <a:path w="2969260" h="1725929">
                  <a:moveTo>
                    <a:pt x="54610" y="1725930"/>
                  </a:moveTo>
                  <a:lnTo>
                    <a:pt x="54610" y="1671320"/>
                  </a:lnTo>
                </a:path>
                <a:path w="2969260" h="1725929">
                  <a:moveTo>
                    <a:pt x="54610" y="1725930"/>
                  </a:moveTo>
                  <a:lnTo>
                    <a:pt x="54610" y="1671320"/>
                  </a:lnTo>
                </a:path>
                <a:path w="2969260" h="1725929">
                  <a:moveTo>
                    <a:pt x="783589" y="1725930"/>
                  </a:moveTo>
                  <a:lnTo>
                    <a:pt x="783589" y="1671320"/>
                  </a:lnTo>
                </a:path>
                <a:path w="2969260" h="1725929">
                  <a:moveTo>
                    <a:pt x="783589" y="1725930"/>
                  </a:moveTo>
                  <a:lnTo>
                    <a:pt x="783589" y="1671320"/>
                  </a:lnTo>
                </a:path>
                <a:path w="2969260" h="1725929">
                  <a:moveTo>
                    <a:pt x="1512570" y="1725930"/>
                  </a:moveTo>
                  <a:lnTo>
                    <a:pt x="1512570" y="1671320"/>
                  </a:lnTo>
                </a:path>
                <a:path w="2969260" h="1725929">
                  <a:moveTo>
                    <a:pt x="1512570" y="1725930"/>
                  </a:moveTo>
                  <a:lnTo>
                    <a:pt x="1512570" y="1671320"/>
                  </a:lnTo>
                </a:path>
                <a:path w="2969260" h="1725929">
                  <a:moveTo>
                    <a:pt x="2241550" y="1725930"/>
                  </a:moveTo>
                  <a:lnTo>
                    <a:pt x="2241550" y="1671320"/>
                  </a:lnTo>
                </a:path>
                <a:path w="2969260" h="1725929">
                  <a:moveTo>
                    <a:pt x="2241550" y="1725930"/>
                  </a:moveTo>
                  <a:lnTo>
                    <a:pt x="2241550" y="1671320"/>
                  </a:lnTo>
                </a:path>
                <a:path w="2969260" h="1725929">
                  <a:moveTo>
                    <a:pt x="2969260" y="1725930"/>
                  </a:moveTo>
                  <a:lnTo>
                    <a:pt x="2969260" y="1671320"/>
                  </a:lnTo>
                </a:path>
                <a:path w="2969260" h="1725929">
                  <a:moveTo>
                    <a:pt x="2969260" y="1725930"/>
                  </a:moveTo>
                  <a:lnTo>
                    <a:pt x="2969260" y="1671320"/>
                  </a:lnTo>
                </a:path>
                <a:path w="2969260" h="1725929">
                  <a:moveTo>
                    <a:pt x="54610" y="1671320"/>
                  </a:moveTo>
                  <a:lnTo>
                    <a:pt x="144780" y="1671320"/>
                  </a:lnTo>
                </a:path>
                <a:path w="2969260" h="1725929">
                  <a:moveTo>
                    <a:pt x="692150" y="1671320"/>
                  </a:moveTo>
                  <a:lnTo>
                    <a:pt x="873760" y="1671320"/>
                  </a:lnTo>
                </a:path>
                <a:path w="2969260" h="1725929">
                  <a:moveTo>
                    <a:pt x="1421129" y="1671320"/>
                  </a:moveTo>
                  <a:lnTo>
                    <a:pt x="1602739" y="1671320"/>
                  </a:lnTo>
                </a:path>
                <a:path w="2969260" h="1725929">
                  <a:moveTo>
                    <a:pt x="2150110" y="1671320"/>
                  </a:moveTo>
                  <a:lnTo>
                    <a:pt x="2331720" y="1671320"/>
                  </a:lnTo>
                </a:path>
                <a:path w="2969260" h="1725929">
                  <a:moveTo>
                    <a:pt x="2879090" y="1671320"/>
                  </a:moveTo>
                  <a:lnTo>
                    <a:pt x="2969260" y="1671320"/>
                  </a:lnTo>
                </a:path>
                <a:path w="2969260" h="1725929">
                  <a:moveTo>
                    <a:pt x="0" y="1671320"/>
                  </a:moveTo>
                  <a:lnTo>
                    <a:pt x="54610" y="1671320"/>
                  </a:lnTo>
                </a:path>
                <a:path w="2969260" h="1725929">
                  <a:moveTo>
                    <a:pt x="0" y="1671320"/>
                  </a:moveTo>
                  <a:lnTo>
                    <a:pt x="54610" y="1671320"/>
                  </a:lnTo>
                </a:path>
                <a:path w="2969260" h="1725929">
                  <a:moveTo>
                    <a:pt x="0" y="1393190"/>
                  </a:moveTo>
                  <a:lnTo>
                    <a:pt x="54610" y="1393190"/>
                  </a:lnTo>
                </a:path>
                <a:path w="2969260" h="1725929">
                  <a:moveTo>
                    <a:pt x="0" y="1393190"/>
                  </a:moveTo>
                  <a:lnTo>
                    <a:pt x="54610" y="1393190"/>
                  </a:lnTo>
                </a:path>
                <a:path w="2969260" h="1725929">
                  <a:moveTo>
                    <a:pt x="0" y="1113790"/>
                  </a:moveTo>
                  <a:lnTo>
                    <a:pt x="54610" y="1113790"/>
                  </a:lnTo>
                </a:path>
                <a:path w="2969260" h="1725929">
                  <a:moveTo>
                    <a:pt x="0" y="1113790"/>
                  </a:moveTo>
                  <a:lnTo>
                    <a:pt x="54610" y="1113790"/>
                  </a:lnTo>
                </a:path>
                <a:path w="2969260" h="1725929">
                  <a:moveTo>
                    <a:pt x="0" y="835660"/>
                  </a:moveTo>
                  <a:lnTo>
                    <a:pt x="54610" y="835660"/>
                  </a:lnTo>
                </a:path>
                <a:path w="2969260" h="1725929">
                  <a:moveTo>
                    <a:pt x="0" y="835660"/>
                  </a:moveTo>
                  <a:lnTo>
                    <a:pt x="54610" y="835660"/>
                  </a:lnTo>
                </a:path>
                <a:path w="2969260" h="1725929">
                  <a:moveTo>
                    <a:pt x="0" y="556260"/>
                  </a:moveTo>
                  <a:lnTo>
                    <a:pt x="54610" y="556260"/>
                  </a:lnTo>
                </a:path>
                <a:path w="2969260" h="1725929">
                  <a:moveTo>
                    <a:pt x="0" y="556260"/>
                  </a:moveTo>
                  <a:lnTo>
                    <a:pt x="54610" y="556260"/>
                  </a:lnTo>
                </a:path>
                <a:path w="2969260" h="1725929">
                  <a:moveTo>
                    <a:pt x="0" y="278130"/>
                  </a:moveTo>
                  <a:lnTo>
                    <a:pt x="54610" y="278130"/>
                  </a:lnTo>
                </a:path>
                <a:path w="2969260" h="1725929">
                  <a:moveTo>
                    <a:pt x="0" y="278130"/>
                  </a:moveTo>
                  <a:lnTo>
                    <a:pt x="54610" y="278130"/>
                  </a:lnTo>
                </a:path>
                <a:path w="2969260" h="1725929">
                  <a:moveTo>
                    <a:pt x="0" y="0"/>
                  </a:moveTo>
                  <a:lnTo>
                    <a:pt x="54610" y="0"/>
                  </a:lnTo>
                </a:path>
                <a:path w="2969260" h="1725929">
                  <a:moveTo>
                    <a:pt x="0" y="0"/>
                  </a:moveTo>
                  <a:lnTo>
                    <a:pt x="54610" y="0"/>
                  </a:lnTo>
                </a:path>
                <a:path w="2969260" h="1725929">
                  <a:moveTo>
                    <a:pt x="54610" y="1671320"/>
                  </a:moveTo>
                  <a:lnTo>
                    <a:pt x="54610" y="0"/>
                  </a:lnTo>
                </a:path>
              </a:pathLst>
            </a:custGeom>
            <a:ln w="3175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291080" y="7863840"/>
              <a:ext cx="2369820" cy="1267460"/>
            </a:xfrm>
            <a:custGeom>
              <a:avLst/>
              <a:gdLst/>
              <a:ahLst/>
              <a:cxnLst/>
              <a:rect l="l" t="t" r="r" b="b"/>
              <a:pathLst>
                <a:path w="2369820" h="1267459">
                  <a:moveTo>
                    <a:pt x="182880" y="0"/>
                  </a:moveTo>
                  <a:lnTo>
                    <a:pt x="0" y="0"/>
                  </a:lnTo>
                  <a:lnTo>
                    <a:pt x="0" y="1267460"/>
                  </a:lnTo>
                  <a:lnTo>
                    <a:pt x="182880" y="1267460"/>
                  </a:lnTo>
                  <a:lnTo>
                    <a:pt x="182880" y="0"/>
                  </a:lnTo>
                  <a:close/>
                </a:path>
                <a:path w="2369820" h="1267459">
                  <a:moveTo>
                    <a:pt x="911860" y="933450"/>
                  </a:moveTo>
                  <a:lnTo>
                    <a:pt x="728980" y="933450"/>
                  </a:lnTo>
                  <a:lnTo>
                    <a:pt x="728980" y="1267460"/>
                  </a:lnTo>
                  <a:lnTo>
                    <a:pt x="911860" y="1267460"/>
                  </a:lnTo>
                  <a:lnTo>
                    <a:pt x="911860" y="933450"/>
                  </a:lnTo>
                  <a:close/>
                </a:path>
                <a:path w="2369820" h="1267459">
                  <a:moveTo>
                    <a:pt x="1640840" y="835660"/>
                  </a:moveTo>
                  <a:lnTo>
                    <a:pt x="1457960" y="835660"/>
                  </a:lnTo>
                  <a:lnTo>
                    <a:pt x="1457960" y="1267460"/>
                  </a:lnTo>
                  <a:lnTo>
                    <a:pt x="1640840" y="1267460"/>
                  </a:lnTo>
                  <a:lnTo>
                    <a:pt x="1640840" y="835660"/>
                  </a:lnTo>
                  <a:close/>
                </a:path>
                <a:path w="2369820" h="1267459">
                  <a:moveTo>
                    <a:pt x="2369820" y="668020"/>
                  </a:moveTo>
                  <a:lnTo>
                    <a:pt x="2186940" y="668020"/>
                  </a:lnTo>
                  <a:lnTo>
                    <a:pt x="2186940" y="1267460"/>
                  </a:lnTo>
                  <a:lnTo>
                    <a:pt x="2369820" y="1267460"/>
                  </a:lnTo>
                  <a:lnTo>
                    <a:pt x="2369820" y="668020"/>
                  </a:lnTo>
                  <a:close/>
                </a:path>
              </a:pathLst>
            </a:custGeom>
            <a:solidFill>
              <a:srgbClr val="0044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73960" y="7874000"/>
              <a:ext cx="2368550" cy="1257300"/>
            </a:xfrm>
            <a:custGeom>
              <a:avLst/>
              <a:gdLst/>
              <a:ahLst/>
              <a:cxnLst/>
              <a:rect l="l" t="t" r="r" b="b"/>
              <a:pathLst>
                <a:path w="2368550" h="1257300">
                  <a:moveTo>
                    <a:pt x="181610" y="811530"/>
                  </a:moveTo>
                  <a:lnTo>
                    <a:pt x="0" y="811530"/>
                  </a:lnTo>
                  <a:lnTo>
                    <a:pt x="0" y="1257300"/>
                  </a:lnTo>
                  <a:lnTo>
                    <a:pt x="181610" y="1257300"/>
                  </a:lnTo>
                  <a:lnTo>
                    <a:pt x="181610" y="811530"/>
                  </a:lnTo>
                  <a:close/>
                </a:path>
                <a:path w="2368550" h="1257300">
                  <a:moveTo>
                    <a:pt x="910590" y="31750"/>
                  </a:moveTo>
                  <a:lnTo>
                    <a:pt x="728980" y="31750"/>
                  </a:lnTo>
                  <a:lnTo>
                    <a:pt x="728980" y="1257300"/>
                  </a:lnTo>
                  <a:lnTo>
                    <a:pt x="910590" y="1257300"/>
                  </a:lnTo>
                  <a:lnTo>
                    <a:pt x="910590" y="31750"/>
                  </a:lnTo>
                  <a:close/>
                </a:path>
                <a:path w="2368550" h="1257300">
                  <a:moveTo>
                    <a:pt x="1639570" y="1049020"/>
                  </a:moveTo>
                  <a:lnTo>
                    <a:pt x="1457960" y="1049020"/>
                  </a:lnTo>
                  <a:lnTo>
                    <a:pt x="1457960" y="1257300"/>
                  </a:lnTo>
                  <a:lnTo>
                    <a:pt x="1639570" y="1257300"/>
                  </a:lnTo>
                  <a:lnTo>
                    <a:pt x="1639570" y="1049020"/>
                  </a:lnTo>
                  <a:close/>
                </a:path>
                <a:path w="2368550" h="1257300">
                  <a:moveTo>
                    <a:pt x="2368550" y="0"/>
                  </a:moveTo>
                  <a:lnTo>
                    <a:pt x="2186940" y="0"/>
                  </a:lnTo>
                  <a:lnTo>
                    <a:pt x="2186940" y="1257300"/>
                  </a:lnTo>
                  <a:lnTo>
                    <a:pt x="2368550" y="1257300"/>
                  </a:lnTo>
                  <a:lnTo>
                    <a:pt x="2368550" y="0"/>
                  </a:lnTo>
                  <a:close/>
                </a:path>
              </a:pathLst>
            </a:custGeom>
            <a:solidFill>
              <a:srgbClr val="FF41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55570" y="7786370"/>
              <a:ext cx="2369820" cy="1344930"/>
            </a:xfrm>
            <a:custGeom>
              <a:avLst/>
              <a:gdLst/>
              <a:ahLst/>
              <a:cxnLst/>
              <a:rect l="l" t="t" r="r" b="b"/>
              <a:pathLst>
                <a:path w="2369820" h="1344929">
                  <a:moveTo>
                    <a:pt x="182880" y="712470"/>
                  </a:moveTo>
                  <a:lnTo>
                    <a:pt x="0" y="712470"/>
                  </a:lnTo>
                  <a:lnTo>
                    <a:pt x="0" y="1344930"/>
                  </a:lnTo>
                  <a:lnTo>
                    <a:pt x="182880" y="1344930"/>
                  </a:lnTo>
                  <a:lnTo>
                    <a:pt x="182880" y="712470"/>
                  </a:lnTo>
                  <a:close/>
                </a:path>
                <a:path w="2369820" h="1344929">
                  <a:moveTo>
                    <a:pt x="911860" y="0"/>
                  </a:moveTo>
                  <a:lnTo>
                    <a:pt x="728980" y="0"/>
                  </a:lnTo>
                  <a:lnTo>
                    <a:pt x="728980" y="1344930"/>
                  </a:lnTo>
                  <a:lnTo>
                    <a:pt x="911860" y="1344930"/>
                  </a:lnTo>
                  <a:lnTo>
                    <a:pt x="911860" y="0"/>
                  </a:lnTo>
                  <a:close/>
                </a:path>
                <a:path w="2369820" h="1344929">
                  <a:moveTo>
                    <a:pt x="1640840" y="829310"/>
                  </a:moveTo>
                  <a:lnTo>
                    <a:pt x="1457960" y="829310"/>
                  </a:lnTo>
                  <a:lnTo>
                    <a:pt x="1457960" y="1344930"/>
                  </a:lnTo>
                  <a:lnTo>
                    <a:pt x="1640840" y="1344930"/>
                  </a:lnTo>
                  <a:lnTo>
                    <a:pt x="1640840" y="829310"/>
                  </a:lnTo>
                  <a:close/>
                </a:path>
                <a:path w="2369820" h="1344929">
                  <a:moveTo>
                    <a:pt x="2369820" y="481330"/>
                  </a:moveTo>
                  <a:lnTo>
                    <a:pt x="2186940" y="481330"/>
                  </a:lnTo>
                  <a:lnTo>
                    <a:pt x="2186940" y="1344930"/>
                  </a:lnTo>
                  <a:lnTo>
                    <a:pt x="2369820" y="1344930"/>
                  </a:lnTo>
                  <a:lnTo>
                    <a:pt x="2369820" y="48133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08659" y="2722879"/>
            <a:ext cx="6145530" cy="5375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050" spc="50">
                <a:latin typeface="Trebuchet MS"/>
                <a:cs typeface="Trebuchet MS"/>
              </a:rPr>
              <a:t>Vestibulum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neque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massa,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scelerisque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ligula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eu,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congue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molestie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mi.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Praesent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-25">
                <a:latin typeface="Trebuchet MS"/>
                <a:cs typeface="Trebuchet MS"/>
              </a:rPr>
              <a:t>ut </a:t>
            </a:r>
            <a:r>
              <a:rPr dirty="0" sz="1050" spc="60">
                <a:latin typeface="Trebuchet MS"/>
                <a:cs typeface="Trebuchet MS"/>
              </a:rPr>
              <a:t>varius</a:t>
            </a:r>
            <a:r>
              <a:rPr dirty="0" sz="1050" spc="38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sem.</a:t>
            </a:r>
            <a:r>
              <a:rPr dirty="0" sz="1050" spc="39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Nullam</a:t>
            </a:r>
            <a:r>
              <a:rPr dirty="0" sz="1050" spc="3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at</a:t>
            </a:r>
            <a:r>
              <a:rPr dirty="0" sz="1050" spc="38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porttitor</a:t>
            </a:r>
            <a:r>
              <a:rPr dirty="0" sz="1050" spc="38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arcu,</a:t>
            </a:r>
            <a:r>
              <a:rPr dirty="0" sz="1050" spc="38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nec</a:t>
            </a:r>
            <a:r>
              <a:rPr dirty="0" sz="1050" spc="39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lacinia</a:t>
            </a:r>
            <a:r>
              <a:rPr dirty="0" sz="1050" spc="38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nisi.</a:t>
            </a:r>
            <a:r>
              <a:rPr dirty="0" sz="1050" spc="38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38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39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dolor</a:t>
            </a:r>
            <a:r>
              <a:rPr dirty="0" sz="1050" spc="38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vitae</a:t>
            </a:r>
            <a:r>
              <a:rPr dirty="0" sz="1050" spc="38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odio</a:t>
            </a:r>
            <a:r>
              <a:rPr dirty="0" sz="1050" spc="385">
                <a:latin typeface="Trebuchet MS"/>
                <a:cs typeface="Trebuchet MS"/>
              </a:rPr>
              <a:t> </a:t>
            </a:r>
            <a:r>
              <a:rPr dirty="0" sz="1050" spc="40">
                <a:latin typeface="Trebuchet MS"/>
                <a:cs typeface="Trebuchet MS"/>
              </a:rPr>
              <a:t>interdum </a:t>
            </a:r>
            <a:r>
              <a:rPr dirty="0" sz="1050" spc="55">
                <a:latin typeface="Trebuchet MS"/>
                <a:cs typeface="Trebuchet MS"/>
              </a:rPr>
              <a:t>condimentum.</a:t>
            </a:r>
            <a:r>
              <a:rPr dirty="0" sz="1050" spc="160">
                <a:latin typeface="Trebuchet MS"/>
                <a:cs typeface="Trebuchet MS"/>
              </a:rPr>
              <a:t>  </a:t>
            </a:r>
            <a:r>
              <a:rPr dirty="0" sz="1050" spc="130" b="1">
                <a:latin typeface="Trebuchet MS"/>
                <a:cs typeface="Trebuchet MS"/>
              </a:rPr>
              <a:t>Vivamus</a:t>
            </a:r>
            <a:r>
              <a:rPr dirty="0" sz="1050" spc="175" b="1">
                <a:latin typeface="Trebuchet MS"/>
                <a:cs typeface="Trebuchet MS"/>
              </a:rPr>
              <a:t>  </a:t>
            </a:r>
            <a:r>
              <a:rPr dirty="0" sz="1050" spc="120" b="1">
                <a:latin typeface="Trebuchet MS"/>
                <a:cs typeface="Trebuchet MS"/>
              </a:rPr>
              <a:t>dapibus</a:t>
            </a:r>
            <a:r>
              <a:rPr dirty="0" sz="1050" spc="175" b="1">
                <a:latin typeface="Trebuchet MS"/>
                <a:cs typeface="Trebuchet MS"/>
              </a:rPr>
              <a:t>  </a:t>
            </a:r>
            <a:r>
              <a:rPr dirty="0" sz="1050" spc="120" b="1">
                <a:latin typeface="Trebuchet MS"/>
                <a:cs typeface="Trebuchet MS"/>
              </a:rPr>
              <a:t>sodales</a:t>
            </a:r>
            <a:r>
              <a:rPr dirty="0" sz="1050" spc="175" b="1">
                <a:latin typeface="Trebuchet MS"/>
                <a:cs typeface="Trebuchet MS"/>
              </a:rPr>
              <a:t>  </a:t>
            </a:r>
            <a:r>
              <a:rPr dirty="0" sz="1050" spc="65" b="1">
                <a:latin typeface="Trebuchet MS"/>
                <a:cs typeface="Trebuchet MS"/>
              </a:rPr>
              <a:t>ex,</a:t>
            </a:r>
            <a:r>
              <a:rPr dirty="0" sz="1050" spc="175" b="1">
                <a:latin typeface="Trebuchet MS"/>
                <a:cs typeface="Trebuchet MS"/>
              </a:rPr>
              <a:t>  </a:t>
            </a:r>
            <a:r>
              <a:rPr dirty="0" sz="1050" spc="100" b="1">
                <a:latin typeface="Trebuchet MS"/>
                <a:cs typeface="Trebuchet MS"/>
              </a:rPr>
              <a:t>vitae</a:t>
            </a:r>
            <a:r>
              <a:rPr dirty="0" sz="1050" spc="180" b="1">
                <a:latin typeface="Trebuchet MS"/>
                <a:cs typeface="Trebuchet MS"/>
              </a:rPr>
              <a:t>  </a:t>
            </a:r>
            <a:r>
              <a:rPr dirty="0" sz="1050" spc="130" b="1">
                <a:latin typeface="Trebuchet MS"/>
                <a:cs typeface="Trebuchet MS"/>
              </a:rPr>
              <a:t>malesuada</a:t>
            </a:r>
            <a:r>
              <a:rPr dirty="0" sz="1050" spc="175" b="1">
                <a:latin typeface="Trebuchet MS"/>
                <a:cs typeface="Trebuchet MS"/>
              </a:rPr>
              <a:t>  </a:t>
            </a:r>
            <a:r>
              <a:rPr dirty="0" sz="1050" spc="125" b="1">
                <a:latin typeface="Trebuchet MS"/>
                <a:cs typeface="Trebuchet MS"/>
              </a:rPr>
              <a:t>ipsum</a:t>
            </a:r>
            <a:r>
              <a:rPr dirty="0" sz="1050" spc="175" b="1">
                <a:latin typeface="Trebuchet MS"/>
                <a:cs typeface="Trebuchet MS"/>
              </a:rPr>
              <a:t>  </a:t>
            </a:r>
            <a:r>
              <a:rPr dirty="0" sz="1050" spc="105" b="1">
                <a:latin typeface="Trebuchet MS"/>
                <a:cs typeface="Trebuchet MS"/>
              </a:rPr>
              <a:t>cursus </a:t>
            </a:r>
            <a:r>
              <a:rPr dirty="0" sz="1050" spc="85" b="1">
                <a:latin typeface="Trebuchet MS"/>
                <a:cs typeface="Trebuchet MS"/>
              </a:rPr>
              <a:t>convallis.</a:t>
            </a:r>
            <a:r>
              <a:rPr dirty="0" sz="1050" spc="285" b="1">
                <a:latin typeface="Trebuchet MS"/>
                <a:cs typeface="Trebuchet MS"/>
              </a:rPr>
              <a:t> </a:t>
            </a:r>
            <a:r>
              <a:rPr dirty="0" sz="1050" spc="135" b="1">
                <a:latin typeface="Trebuchet MS"/>
                <a:cs typeface="Trebuchet MS"/>
              </a:rPr>
              <a:t>Maecenas</a:t>
            </a:r>
            <a:r>
              <a:rPr dirty="0" sz="1050" spc="300" b="1">
                <a:latin typeface="Trebuchet MS"/>
                <a:cs typeface="Trebuchet MS"/>
              </a:rPr>
              <a:t> </a:t>
            </a:r>
            <a:r>
              <a:rPr dirty="0" sz="1050" spc="135" b="1">
                <a:latin typeface="Trebuchet MS"/>
                <a:cs typeface="Trebuchet MS"/>
              </a:rPr>
              <a:t>sed</a:t>
            </a:r>
            <a:r>
              <a:rPr dirty="0" sz="1050" spc="280" b="1">
                <a:latin typeface="Trebuchet MS"/>
                <a:cs typeface="Trebuchet MS"/>
              </a:rPr>
              <a:t> </a:t>
            </a:r>
            <a:r>
              <a:rPr dirty="0" sz="1050" spc="140" b="1">
                <a:latin typeface="Trebuchet MS"/>
                <a:cs typeface="Trebuchet MS"/>
              </a:rPr>
              <a:t>egestas</a:t>
            </a:r>
            <a:r>
              <a:rPr dirty="0" sz="1050" spc="305" b="1">
                <a:latin typeface="Trebuchet MS"/>
                <a:cs typeface="Trebuchet MS"/>
              </a:rPr>
              <a:t> </a:t>
            </a:r>
            <a:r>
              <a:rPr dirty="0" sz="1050" spc="75" b="1">
                <a:latin typeface="Trebuchet MS"/>
                <a:cs typeface="Trebuchet MS"/>
              </a:rPr>
              <a:t>nulla,</a:t>
            </a:r>
            <a:r>
              <a:rPr dirty="0" sz="1050" spc="295" b="1">
                <a:latin typeface="Trebuchet MS"/>
                <a:cs typeface="Trebuchet MS"/>
              </a:rPr>
              <a:t> </a:t>
            </a:r>
            <a:r>
              <a:rPr dirty="0" sz="1050" spc="110" b="1">
                <a:latin typeface="Trebuchet MS"/>
                <a:cs typeface="Trebuchet MS"/>
              </a:rPr>
              <a:t>ac</a:t>
            </a:r>
            <a:r>
              <a:rPr dirty="0" sz="1050" spc="280" b="1">
                <a:latin typeface="Trebuchet MS"/>
                <a:cs typeface="Trebuchet MS"/>
              </a:rPr>
              <a:t> </a:t>
            </a:r>
            <a:r>
              <a:rPr dirty="0" sz="1050" spc="114" b="1">
                <a:latin typeface="Trebuchet MS"/>
                <a:cs typeface="Trebuchet MS"/>
              </a:rPr>
              <a:t>condimentum</a:t>
            </a:r>
            <a:r>
              <a:rPr dirty="0" sz="1050" spc="290" b="1">
                <a:latin typeface="Trebuchet MS"/>
                <a:cs typeface="Trebuchet MS"/>
              </a:rPr>
              <a:t> </a:t>
            </a:r>
            <a:r>
              <a:rPr dirty="0" sz="1050" spc="60" b="1">
                <a:latin typeface="Trebuchet MS"/>
                <a:cs typeface="Trebuchet MS"/>
              </a:rPr>
              <a:t>orci.</a:t>
            </a:r>
            <a:r>
              <a:rPr dirty="0" sz="1050" spc="370" b="1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diam</a:t>
            </a:r>
            <a:r>
              <a:rPr dirty="0" sz="1050" spc="26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felis, </a:t>
            </a:r>
            <a:r>
              <a:rPr dirty="0" sz="1050" spc="45">
                <a:latin typeface="Trebuchet MS"/>
                <a:cs typeface="Trebuchet MS"/>
              </a:rPr>
              <a:t>vulputate</a:t>
            </a:r>
            <a:r>
              <a:rPr dirty="0" sz="1050" spc="8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 </a:t>
            </a:r>
            <a:r>
              <a:rPr dirty="0" sz="1050" spc="50">
                <a:latin typeface="Trebuchet MS"/>
                <a:cs typeface="Trebuchet MS"/>
              </a:rPr>
              <a:t>suscipit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et,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iaculis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non</a:t>
            </a:r>
            <a:r>
              <a:rPr dirty="0" sz="1050" spc="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est.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Curabitur</a:t>
            </a:r>
            <a:r>
              <a:rPr dirty="0" sz="1050" spc="75">
                <a:latin typeface="Trebuchet MS"/>
                <a:cs typeface="Trebuchet MS"/>
              </a:rPr>
              <a:t> semper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arcu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ligula</a:t>
            </a:r>
            <a:r>
              <a:rPr dirty="0" sz="1050" spc="7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semper,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nec </a:t>
            </a:r>
            <a:r>
              <a:rPr dirty="0" sz="1050" spc="-10">
                <a:latin typeface="Trebuchet MS"/>
                <a:cs typeface="Trebuchet MS"/>
              </a:rPr>
              <a:t>luctus </a:t>
            </a:r>
            <a:r>
              <a:rPr dirty="0" sz="1050" spc="10">
                <a:latin typeface="Trebuchet MS"/>
                <a:cs typeface="Trebuchet MS"/>
              </a:rPr>
              <a:t>nisl</a:t>
            </a:r>
            <a:r>
              <a:rPr dirty="0" sz="1050" spc="18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blandit.</a:t>
            </a:r>
            <a:r>
              <a:rPr dirty="0" sz="1050" spc="18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Integer</a:t>
            </a:r>
            <a:r>
              <a:rPr dirty="0" sz="1050" spc="19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lacinia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ante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17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libero</a:t>
            </a:r>
            <a:r>
              <a:rPr dirty="0" sz="1050" spc="18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lobortis</a:t>
            </a:r>
            <a:r>
              <a:rPr dirty="0" sz="1050" spc="19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imperdiet.</a:t>
            </a:r>
            <a:r>
              <a:rPr dirty="0" sz="1050" spc="285">
                <a:latin typeface="Trebuchet MS"/>
                <a:cs typeface="Trebuchet MS"/>
              </a:rPr>
              <a:t> </a:t>
            </a:r>
            <a:r>
              <a:rPr dirty="0" sz="1050" spc="10" i="1">
                <a:latin typeface="Trebuchet MS"/>
                <a:cs typeface="Trebuchet MS"/>
              </a:rPr>
              <a:t>Nullam</a:t>
            </a:r>
            <a:r>
              <a:rPr dirty="0" sz="1050" spc="180" i="1">
                <a:latin typeface="Trebuchet MS"/>
                <a:cs typeface="Trebuchet MS"/>
              </a:rPr>
              <a:t> </a:t>
            </a:r>
            <a:r>
              <a:rPr dirty="0" sz="1050" spc="10" i="1">
                <a:latin typeface="Trebuchet MS"/>
                <a:cs typeface="Trebuchet MS"/>
              </a:rPr>
              <a:t>mollis</a:t>
            </a:r>
            <a:r>
              <a:rPr dirty="0" sz="1050" spc="180" i="1">
                <a:latin typeface="Trebuchet MS"/>
                <a:cs typeface="Trebuchet MS"/>
              </a:rPr>
              <a:t> </a:t>
            </a:r>
            <a:r>
              <a:rPr dirty="0" sz="1050" spc="10" i="1">
                <a:latin typeface="Trebuchet MS"/>
                <a:cs typeface="Trebuchet MS"/>
              </a:rPr>
              <a:t>convallis</a:t>
            </a:r>
            <a:r>
              <a:rPr dirty="0" sz="1050" spc="190" i="1">
                <a:latin typeface="Trebuchet MS"/>
                <a:cs typeface="Trebuchet MS"/>
              </a:rPr>
              <a:t> </a:t>
            </a:r>
            <a:r>
              <a:rPr dirty="0" sz="1050" spc="40" i="1">
                <a:latin typeface="Trebuchet MS"/>
                <a:cs typeface="Trebuchet MS"/>
              </a:rPr>
              <a:t>ipsum,</a:t>
            </a:r>
            <a:r>
              <a:rPr dirty="0" sz="1050" spc="40" i="1">
                <a:latin typeface="Trebuchet MS"/>
                <a:cs typeface="Trebuchet MS"/>
              </a:rPr>
              <a:t> </a:t>
            </a:r>
            <a:r>
              <a:rPr dirty="0" sz="1050" spc="85" i="1">
                <a:latin typeface="Trebuchet MS"/>
                <a:cs typeface="Trebuchet MS"/>
              </a:rPr>
              <a:t>ac</a:t>
            </a:r>
            <a:r>
              <a:rPr dirty="0" sz="1050" spc="150" i="1">
                <a:latin typeface="Trebuchet MS"/>
                <a:cs typeface="Trebuchet MS"/>
              </a:rPr>
              <a:t> </a:t>
            </a:r>
            <a:r>
              <a:rPr dirty="0" sz="1050" spc="90" i="1">
                <a:latin typeface="Trebuchet MS"/>
                <a:cs typeface="Trebuchet MS"/>
              </a:rPr>
              <a:t>accumsan</a:t>
            </a:r>
            <a:r>
              <a:rPr dirty="0" sz="1050" spc="160" i="1">
                <a:latin typeface="Trebuchet MS"/>
                <a:cs typeface="Trebuchet MS"/>
              </a:rPr>
              <a:t> </a:t>
            </a:r>
            <a:r>
              <a:rPr dirty="0" sz="1050" spc="80" i="1">
                <a:latin typeface="Trebuchet MS"/>
                <a:cs typeface="Trebuchet MS"/>
              </a:rPr>
              <a:t>nunc</a:t>
            </a:r>
            <a:r>
              <a:rPr dirty="0" sz="1050" spc="165" i="1">
                <a:latin typeface="Trebuchet MS"/>
                <a:cs typeface="Trebuchet MS"/>
              </a:rPr>
              <a:t> </a:t>
            </a:r>
            <a:r>
              <a:rPr dirty="0" sz="1050" spc="50" i="1">
                <a:latin typeface="Trebuchet MS"/>
                <a:cs typeface="Trebuchet MS"/>
              </a:rPr>
              <a:t>vehicula</a:t>
            </a:r>
            <a:r>
              <a:rPr dirty="0" sz="1050" spc="160" i="1">
                <a:latin typeface="Trebuchet MS"/>
                <a:cs typeface="Trebuchet MS"/>
              </a:rPr>
              <a:t> </a:t>
            </a:r>
            <a:r>
              <a:rPr dirty="0" sz="1050" i="1">
                <a:latin typeface="Trebuchet MS"/>
                <a:cs typeface="Trebuchet MS"/>
              </a:rPr>
              <a:t>vitae.</a:t>
            </a:r>
            <a:r>
              <a:rPr dirty="0" sz="1050" spc="210" i="1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Nulla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eget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justo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felis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tristique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fringilla.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Morbi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amet </a:t>
            </a:r>
            <a:r>
              <a:rPr dirty="0" sz="1050">
                <a:latin typeface="Trebuchet MS"/>
                <a:cs typeface="Trebuchet MS"/>
              </a:rPr>
              <a:t>tortor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quis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risus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auctor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condimentum.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Morbi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ullamcorper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elit.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Nulla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iaculis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tellus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amet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25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tempus</a:t>
            </a:r>
            <a:r>
              <a:rPr dirty="0" sz="1050" spc="3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fringilla.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</a:pPr>
            <a:r>
              <a:rPr dirty="0" sz="1050" spc="85">
                <a:latin typeface="Trebuchet MS"/>
                <a:cs typeface="Trebuchet MS"/>
              </a:rPr>
              <a:t>Maecenas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lectus,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lobortis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et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purus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mattis,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blandit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dictum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tellus.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050">
              <a:latin typeface="Trebuchet MS"/>
              <a:cs typeface="Trebuchet MS"/>
            </a:endParaRPr>
          </a:p>
          <a:p>
            <a:pPr marL="469265" indent="-227965">
              <a:lnSpc>
                <a:spcPct val="100000"/>
              </a:lnSpc>
              <a:buFont typeface="Symbol"/>
              <a:buChar char=""/>
              <a:tabLst>
                <a:tab pos="469265" algn="l"/>
              </a:tabLst>
            </a:pPr>
            <a:r>
              <a:rPr dirty="0" sz="1050" spc="135" b="1">
                <a:latin typeface="Trebuchet MS"/>
                <a:cs typeface="Trebuchet MS"/>
              </a:rPr>
              <a:t>Maecenas</a:t>
            </a:r>
            <a:r>
              <a:rPr dirty="0" sz="1050" spc="70" b="1">
                <a:latin typeface="Trebuchet MS"/>
                <a:cs typeface="Trebuchet MS"/>
              </a:rPr>
              <a:t> </a:t>
            </a:r>
            <a:r>
              <a:rPr dirty="0" sz="1050" spc="110" b="1">
                <a:latin typeface="Trebuchet MS"/>
                <a:cs typeface="Trebuchet MS"/>
              </a:rPr>
              <a:t>non</a:t>
            </a:r>
            <a:r>
              <a:rPr dirty="0" sz="1050" spc="70" b="1">
                <a:latin typeface="Trebuchet MS"/>
                <a:cs typeface="Trebuchet MS"/>
              </a:rPr>
              <a:t> </a:t>
            </a:r>
            <a:r>
              <a:rPr dirty="0" sz="1050" spc="100" b="1">
                <a:latin typeface="Trebuchet MS"/>
                <a:cs typeface="Trebuchet MS"/>
              </a:rPr>
              <a:t>lorem</a:t>
            </a:r>
            <a:r>
              <a:rPr dirty="0" sz="1050" spc="60" b="1">
                <a:latin typeface="Trebuchet MS"/>
                <a:cs typeface="Trebuchet MS"/>
              </a:rPr>
              <a:t> </a:t>
            </a:r>
            <a:r>
              <a:rPr dirty="0" sz="1050" spc="110" b="1">
                <a:latin typeface="Trebuchet MS"/>
                <a:cs typeface="Trebuchet MS"/>
              </a:rPr>
              <a:t>quis</a:t>
            </a:r>
            <a:r>
              <a:rPr dirty="0" sz="1050" spc="75" b="1">
                <a:latin typeface="Trebuchet MS"/>
                <a:cs typeface="Trebuchet MS"/>
              </a:rPr>
              <a:t> </a:t>
            </a:r>
            <a:r>
              <a:rPr dirty="0" sz="1050" spc="90" b="1">
                <a:latin typeface="Trebuchet MS"/>
                <a:cs typeface="Trebuchet MS"/>
              </a:rPr>
              <a:t>tellus</a:t>
            </a:r>
            <a:r>
              <a:rPr dirty="0" sz="1050" spc="60" b="1">
                <a:latin typeface="Trebuchet MS"/>
                <a:cs typeface="Trebuchet MS"/>
              </a:rPr>
              <a:t> </a:t>
            </a:r>
            <a:r>
              <a:rPr dirty="0" sz="1050" spc="95" b="1">
                <a:latin typeface="Trebuchet MS"/>
                <a:cs typeface="Trebuchet MS"/>
              </a:rPr>
              <a:t>placerat</a:t>
            </a:r>
            <a:r>
              <a:rPr dirty="0" sz="1050" spc="70" b="1">
                <a:latin typeface="Trebuchet MS"/>
                <a:cs typeface="Trebuchet MS"/>
              </a:rPr>
              <a:t> </a:t>
            </a:r>
            <a:r>
              <a:rPr dirty="0" sz="1050" spc="85" b="1">
                <a:latin typeface="Trebuchet MS"/>
                <a:cs typeface="Trebuchet MS"/>
              </a:rPr>
              <a:t>varius.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Font typeface="Symbol"/>
              <a:buChar char=""/>
            </a:pPr>
            <a:endParaRPr sz="1050">
              <a:latin typeface="Trebuchet MS"/>
              <a:cs typeface="Trebuchet MS"/>
            </a:endParaRPr>
          </a:p>
          <a:p>
            <a:pPr marL="469265" indent="-227965">
              <a:lnSpc>
                <a:spcPct val="100000"/>
              </a:lnSpc>
              <a:buFont typeface="Symbol"/>
              <a:buChar char=""/>
              <a:tabLst>
                <a:tab pos="469265" algn="l"/>
              </a:tabLst>
            </a:pPr>
            <a:r>
              <a:rPr dirty="0" sz="1050" i="1">
                <a:latin typeface="Trebuchet MS"/>
                <a:cs typeface="Trebuchet MS"/>
              </a:rPr>
              <a:t>Nulla</a:t>
            </a:r>
            <a:r>
              <a:rPr dirty="0" sz="1050" spc="170" i="1">
                <a:latin typeface="Trebuchet MS"/>
                <a:cs typeface="Trebuchet MS"/>
              </a:rPr>
              <a:t> </a:t>
            </a:r>
            <a:r>
              <a:rPr dirty="0" sz="1050" spc="-10" i="1">
                <a:latin typeface="Trebuchet MS"/>
                <a:cs typeface="Trebuchet MS"/>
              </a:rPr>
              <a:t>facilisi.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Symbol"/>
              <a:buChar char=""/>
            </a:pPr>
            <a:endParaRPr sz="1050">
              <a:latin typeface="Trebuchet MS"/>
              <a:cs typeface="Trebuchet MS"/>
            </a:endParaRPr>
          </a:p>
          <a:p>
            <a:pPr marL="469265" indent="-227965">
              <a:lnSpc>
                <a:spcPct val="100000"/>
              </a:lnSpc>
              <a:buFont typeface="Symbol"/>
              <a:buChar char=""/>
              <a:tabLst>
                <a:tab pos="469265" algn="l"/>
              </a:tabLst>
            </a:pPr>
            <a:r>
              <a:rPr dirty="0" u="sng" sz="1050" spc="7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Aenean</a:t>
            </a:r>
            <a:r>
              <a:rPr dirty="0" u="sng" sz="1050" spc="12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50" spc="8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congue</a:t>
            </a:r>
            <a:r>
              <a:rPr dirty="0" u="sng" sz="1050" spc="12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fringilla</a:t>
            </a:r>
            <a:r>
              <a:rPr dirty="0" u="sng" sz="1050" spc="11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justo</a:t>
            </a:r>
            <a:r>
              <a:rPr dirty="0" u="sng" sz="1050" spc="12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ut</a:t>
            </a:r>
            <a:r>
              <a:rPr dirty="0" u="sng" sz="1050" spc="12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050" spc="3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aliquam.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Symbol"/>
              <a:buChar char=""/>
            </a:pPr>
            <a:endParaRPr sz="1050">
              <a:latin typeface="Trebuchet MS"/>
              <a:cs typeface="Trebuchet MS"/>
            </a:endParaRPr>
          </a:p>
          <a:p>
            <a:pPr marL="469900" marR="10795" indent="-228600">
              <a:lnSpc>
                <a:spcPct val="124600"/>
              </a:lnSpc>
              <a:buSzPct val="114285"/>
              <a:buFont typeface="Symbol"/>
              <a:buChar char=""/>
              <a:tabLst>
                <a:tab pos="469900" algn="l"/>
              </a:tabLst>
            </a:pPr>
            <a:r>
              <a:rPr dirty="0" u="sng" sz="1050" spc="7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Mauris</a:t>
            </a:r>
            <a:r>
              <a:rPr dirty="0" u="sng" sz="1050" spc="12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id</a:t>
            </a:r>
            <a:r>
              <a:rPr dirty="0" u="sng" sz="1050" spc="12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dirty="0" u="sng" sz="1050" spc="7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ex</a:t>
            </a:r>
            <a:r>
              <a:rPr dirty="0" u="sng" sz="1050" spc="12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2"/>
              </a:rPr>
              <a:t>erat.</a:t>
            </a:r>
            <a:r>
              <a:rPr dirty="0" u="none" sz="1050" spc="145">
                <a:latin typeface="Trebuchet MS"/>
                <a:cs typeface="Trebuchet MS"/>
              </a:rPr>
              <a:t> </a:t>
            </a:r>
            <a:r>
              <a:rPr dirty="0" u="none" sz="1050" spc="75">
                <a:latin typeface="Trebuchet MS"/>
                <a:cs typeface="Trebuchet MS"/>
              </a:rPr>
              <a:t>Nunc</a:t>
            </a:r>
            <a:r>
              <a:rPr dirty="0" u="none" sz="1050" spc="125">
                <a:latin typeface="Trebuchet MS"/>
                <a:cs typeface="Trebuchet MS"/>
              </a:rPr>
              <a:t> </a:t>
            </a:r>
            <a:r>
              <a:rPr dirty="0" u="none" sz="1050" spc="50">
                <a:latin typeface="Trebuchet MS"/>
                <a:cs typeface="Trebuchet MS"/>
              </a:rPr>
              <a:t>vulputate</a:t>
            </a:r>
            <a:r>
              <a:rPr dirty="0" u="none" sz="1050" spc="130">
                <a:latin typeface="Trebuchet MS"/>
                <a:cs typeface="Trebuchet MS"/>
              </a:rPr>
              <a:t> </a:t>
            </a:r>
            <a:r>
              <a:rPr dirty="0" u="none" sz="1050" spc="70">
                <a:latin typeface="Trebuchet MS"/>
                <a:cs typeface="Trebuchet MS"/>
              </a:rPr>
              <a:t>neque</a:t>
            </a:r>
            <a:r>
              <a:rPr dirty="0" u="none" sz="1050" spc="120">
                <a:latin typeface="Trebuchet MS"/>
                <a:cs typeface="Trebuchet MS"/>
              </a:rPr>
              <a:t> </a:t>
            </a:r>
            <a:r>
              <a:rPr dirty="0" u="none" sz="1050">
                <a:latin typeface="Trebuchet MS"/>
                <a:cs typeface="Trebuchet MS"/>
              </a:rPr>
              <a:t>vitae</a:t>
            </a:r>
            <a:r>
              <a:rPr dirty="0" u="none" sz="1050" spc="135">
                <a:latin typeface="Trebuchet MS"/>
                <a:cs typeface="Trebuchet MS"/>
              </a:rPr>
              <a:t> </a:t>
            </a:r>
            <a:r>
              <a:rPr dirty="0" u="none" sz="1050">
                <a:latin typeface="Trebuchet MS"/>
                <a:cs typeface="Trebuchet MS"/>
              </a:rPr>
              <a:t>justo</a:t>
            </a:r>
            <a:r>
              <a:rPr dirty="0" u="none" sz="1050" spc="130">
                <a:latin typeface="Trebuchet MS"/>
                <a:cs typeface="Trebuchet MS"/>
              </a:rPr>
              <a:t> </a:t>
            </a:r>
            <a:r>
              <a:rPr dirty="0" u="none" sz="1050">
                <a:latin typeface="Trebuchet MS"/>
                <a:cs typeface="Trebuchet MS"/>
              </a:rPr>
              <a:t>facilisis,</a:t>
            </a:r>
            <a:r>
              <a:rPr dirty="0" u="none" sz="1050" spc="120">
                <a:latin typeface="Trebuchet MS"/>
                <a:cs typeface="Trebuchet MS"/>
              </a:rPr>
              <a:t> </a:t>
            </a:r>
            <a:r>
              <a:rPr dirty="0" u="none" sz="1050" spc="75">
                <a:latin typeface="Trebuchet MS"/>
                <a:cs typeface="Trebuchet MS"/>
              </a:rPr>
              <a:t>non</a:t>
            </a:r>
            <a:r>
              <a:rPr dirty="0" u="none" sz="1050" spc="130">
                <a:latin typeface="Trebuchet MS"/>
                <a:cs typeface="Trebuchet MS"/>
              </a:rPr>
              <a:t> </a:t>
            </a:r>
            <a:r>
              <a:rPr dirty="0" u="none" sz="1050" spc="65">
                <a:latin typeface="Trebuchet MS"/>
                <a:cs typeface="Trebuchet MS"/>
              </a:rPr>
              <a:t>condimentum</a:t>
            </a:r>
            <a:r>
              <a:rPr dirty="0" u="none" sz="1050" spc="120">
                <a:latin typeface="Trebuchet MS"/>
                <a:cs typeface="Trebuchet MS"/>
              </a:rPr>
              <a:t> </a:t>
            </a:r>
            <a:r>
              <a:rPr dirty="0" u="none" sz="1050" spc="35">
                <a:latin typeface="Trebuchet MS"/>
                <a:cs typeface="Trebuchet MS"/>
              </a:rPr>
              <a:t>ante </a:t>
            </a:r>
            <a:r>
              <a:rPr dirty="0" u="none" sz="1050" spc="-10">
                <a:latin typeface="Trebuchet MS"/>
                <a:cs typeface="Trebuchet MS"/>
              </a:rPr>
              <a:t>sagittis.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Symbol"/>
              <a:buChar char=""/>
            </a:pPr>
            <a:endParaRPr sz="1050">
              <a:latin typeface="Trebuchet MS"/>
              <a:cs typeface="Trebuchet MS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050" spc="55">
                <a:latin typeface="Trebuchet MS"/>
                <a:cs typeface="Trebuchet MS"/>
              </a:rPr>
              <a:t>Morbi</a:t>
            </a:r>
            <a:r>
              <a:rPr dirty="0" sz="1050" spc="7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viverra</a:t>
            </a:r>
            <a:r>
              <a:rPr dirty="0" sz="1050" spc="75">
                <a:latin typeface="Trebuchet MS"/>
                <a:cs typeface="Trebuchet MS"/>
              </a:rPr>
              <a:t> semper</a:t>
            </a:r>
            <a:r>
              <a:rPr dirty="0" sz="1050" spc="8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lorem</a:t>
            </a:r>
            <a:r>
              <a:rPr dirty="0" sz="1050" spc="7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nec</a:t>
            </a:r>
            <a:r>
              <a:rPr dirty="0" sz="1050" spc="65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molestie.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Font typeface="Symbol"/>
              <a:buChar char=""/>
            </a:pPr>
            <a:endParaRPr sz="1050">
              <a:latin typeface="Trebuchet MS"/>
              <a:cs typeface="Trebuchet MS"/>
            </a:endParaRPr>
          </a:p>
          <a:p>
            <a:pPr marL="469265" indent="-227965">
              <a:lnSpc>
                <a:spcPct val="100000"/>
              </a:lnSpc>
              <a:buFont typeface="Symbol"/>
              <a:buChar char=""/>
              <a:tabLst>
                <a:tab pos="469265" algn="l"/>
              </a:tabLst>
            </a:pPr>
            <a:r>
              <a:rPr dirty="0" sz="1050" spc="85">
                <a:latin typeface="Trebuchet MS"/>
                <a:cs typeface="Trebuchet MS"/>
              </a:rPr>
              <a:t>Maecenas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tincidunt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est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efficitur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ligula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euismod,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ornare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est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vulputate.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50">
              <a:latin typeface="Trebuchet MS"/>
              <a:cs typeface="Trebuchet MS"/>
            </a:endParaRPr>
          </a:p>
          <a:p>
            <a:pPr marL="1268730">
              <a:lnSpc>
                <a:spcPct val="100000"/>
              </a:lnSpc>
            </a:pPr>
            <a:r>
              <a:rPr dirty="0" sz="1000" spc="-25">
                <a:latin typeface="Arial"/>
                <a:cs typeface="Arial"/>
              </a:rPr>
              <a:t>12</a:t>
            </a:r>
            <a:endParaRPr sz="1000">
              <a:latin typeface="Arial"/>
              <a:cs typeface="Arial"/>
            </a:endParaRPr>
          </a:p>
          <a:p>
            <a:pPr marL="1268730">
              <a:lnSpc>
                <a:spcPct val="100000"/>
              </a:lnSpc>
              <a:spcBef>
                <a:spcPts val="990"/>
              </a:spcBef>
            </a:pPr>
            <a:r>
              <a:rPr dirty="0" sz="1000" spc="-25"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  <a:p>
            <a:pPr marL="1334770">
              <a:lnSpc>
                <a:spcPct val="100000"/>
              </a:lnSpc>
              <a:spcBef>
                <a:spcPts val="1000"/>
              </a:spcBef>
            </a:pPr>
            <a:r>
              <a:rPr dirty="0" sz="1000" spc="-50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79979" y="9196069"/>
            <a:ext cx="372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0">
                <a:latin typeface="Arial"/>
                <a:cs typeface="Arial"/>
              </a:rPr>
              <a:t>Row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08960" y="9196069"/>
            <a:ext cx="372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0">
                <a:latin typeface="Arial"/>
                <a:cs typeface="Arial"/>
              </a:rPr>
              <a:t>Row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7940" y="9196069"/>
            <a:ext cx="372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0">
                <a:latin typeface="Arial"/>
                <a:cs typeface="Arial"/>
              </a:rPr>
              <a:t>Row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66920" y="9196069"/>
            <a:ext cx="3721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0">
                <a:latin typeface="Arial"/>
                <a:cs typeface="Arial"/>
              </a:rPr>
              <a:t>Row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0729" y="8756650"/>
            <a:ext cx="96520" cy="455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000" spc="-5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0729" y="8477250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30729" y="8199119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40020" y="8159750"/>
            <a:ext cx="76200" cy="74930"/>
          </a:xfrm>
          <a:custGeom>
            <a:avLst/>
            <a:gdLst/>
            <a:ahLst/>
            <a:cxnLst/>
            <a:rect l="l" t="t" r="r" b="b"/>
            <a:pathLst>
              <a:path w="76200" h="74929">
                <a:moveTo>
                  <a:pt x="76200" y="0"/>
                </a:moveTo>
                <a:lnTo>
                  <a:pt x="0" y="0"/>
                </a:lnTo>
                <a:lnTo>
                  <a:pt x="0" y="74930"/>
                </a:lnTo>
                <a:lnTo>
                  <a:pt x="38100" y="74930"/>
                </a:lnTo>
                <a:lnTo>
                  <a:pt x="76200" y="74930"/>
                </a:lnTo>
                <a:lnTo>
                  <a:pt x="76200" y="0"/>
                </a:lnTo>
                <a:close/>
              </a:path>
            </a:pathLst>
          </a:custGeom>
          <a:solidFill>
            <a:srgbClr val="0044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40020" y="833881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199"/>
                </a:lnTo>
                <a:lnTo>
                  <a:pt x="38100" y="76199"/>
                </a:lnTo>
                <a:lnTo>
                  <a:pt x="762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FF41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40020" y="851789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199"/>
                </a:lnTo>
                <a:lnTo>
                  <a:pt x="38100" y="76199"/>
                </a:lnTo>
                <a:lnTo>
                  <a:pt x="762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FFD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339079" y="8073390"/>
            <a:ext cx="553085" cy="563880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dirty="0" sz="1000" spc="-20">
                <a:latin typeface="Arial"/>
                <a:cs typeface="Arial"/>
              </a:rPr>
              <a:t>Column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1000" spc="-20">
                <a:latin typeface="Arial"/>
                <a:cs typeface="Arial"/>
              </a:rPr>
              <a:t>Column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dirty="0" sz="1000" spc="-20">
                <a:latin typeface="Arial"/>
                <a:cs typeface="Arial"/>
              </a:rPr>
              <a:t>Column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659" y="1000760"/>
            <a:ext cx="6136640" cy="222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non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justo.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Duis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vehicula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mi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mi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pretium,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a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viverra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erat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efficitur.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Cras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aliquam </a:t>
            </a:r>
            <a:r>
              <a:rPr dirty="0" sz="1050" spc="55">
                <a:latin typeface="Trebuchet MS"/>
                <a:cs typeface="Trebuchet MS"/>
              </a:rPr>
              <a:t>est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eros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varius,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iaculis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dui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auctor.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Duis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pretium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neque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ligula,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mi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placerat </a:t>
            </a:r>
            <a:r>
              <a:rPr dirty="0" sz="1050">
                <a:latin typeface="Trebuchet MS"/>
                <a:cs typeface="Trebuchet MS"/>
              </a:rPr>
              <a:t>et.</a:t>
            </a:r>
            <a:r>
              <a:rPr dirty="0" sz="1050" spc="3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Nulla</a:t>
            </a:r>
            <a:r>
              <a:rPr dirty="0" sz="1050" spc="34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nec</a:t>
            </a:r>
            <a:r>
              <a:rPr dirty="0" sz="1050" spc="33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nunc</a:t>
            </a:r>
            <a:r>
              <a:rPr dirty="0" sz="1050" spc="34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33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34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nunc</a:t>
            </a:r>
            <a:r>
              <a:rPr dirty="0" sz="1050" spc="33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posuere</a:t>
            </a:r>
            <a:r>
              <a:rPr dirty="0" sz="1050" spc="34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vestibulum.</a:t>
            </a:r>
            <a:r>
              <a:rPr dirty="0" sz="1050" spc="3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3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33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neque</a:t>
            </a:r>
            <a:r>
              <a:rPr dirty="0" sz="1050" spc="33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eget</a:t>
            </a:r>
            <a:r>
              <a:rPr dirty="0" sz="1050" spc="3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tortor</a:t>
            </a:r>
            <a:r>
              <a:rPr dirty="0" sz="1050" spc="330">
                <a:latin typeface="Trebuchet MS"/>
                <a:cs typeface="Trebuchet MS"/>
              </a:rPr>
              <a:t> </a:t>
            </a:r>
            <a:r>
              <a:rPr dirty="0" sz="1050" spc="40">
                <a:latin typeface="Trebuchet MS"/>
                <a:cs typeface="Trebuchet MS"/>
              </a:rPr>
              <a:t>mattis </a:t>
            </a:r>
            <a:r>
              <a:rPr dirty="0" sz="1050">
                <a:latin typeface="Trebuchet MS"/>
                <a:cs typeface="Trebuchet MS"/>
              </a:rPr>
              <a:t>tristique.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Donec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ante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est,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blandit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2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tristique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vel,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lacinia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arcu.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 spc="35">
                <a:latin typeface="Trebuchet MS"/>
                <a:cs typeface="Trebuchet MS"/>
              </a:rPr>
              <a:t>Pellentesque </a:t>
            </a:r>
            <a:r>
              <a:rPr dirty="0" sz="1050" spc="50">
                <a:latin typeface="Trebuchet MS"/>
                <a:cs typeface="Trebuchet MS"/>
              </a:rPr>
              <a:t>scelerisque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fermentum</a:t>
            </a:r>
            <a:r>
              <a:rPr dirty="0" sz="1050" spc="19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erat,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posuere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justo</a:t>
            </a:r>
            <a:r>
              <a:rPr dirty="0" sz="1050" spc="19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ut.</a:t>
            </a:r>
            <a:r>
              <a:rPr dirty="0" sz="1050" spc="18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Cras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eros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sed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enim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aliquam </a:t>
            </a:r>
            <a:r>
              <a:rPr dirty="0" sz="1050">
                <a:latin typeface="Trebuchet MS"/>
                <a:cs typeface="Trebuchet MS"/>
              </a:rPr>
              <a:t>lobortis.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 spc="100">
                <a:latin typeface="Trebuchet MS"/>
                <a:cs typeface="Trebuchet MS"/>
              </a:rPr>
              <a:t>Sed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lobortis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nisl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eros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efficitur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tincidunt.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Cras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justo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mi,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porttitor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quis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mattis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 spc="-20">
                <a:latin typeface="Trebuchet MS"/>
                <a:cs typeface="Trebuchet MS"/>
              </a:rPr>
              <a:t>vel, </a:t>
            </a:r>
            <a:r>
              <a:rPr dirty="0" sz="1050">
                <a:latin typeface="Trebuchet MS"/>
                <a:cs typeface="Trebuchet MS"/>
              </a:rPr>
              <a:t>ultricies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purus.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facilisis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et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lacus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eu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cursus.</a:t>
            </a:r>
            <a:endParaRPr sz="1050">
              <a:latin typeface="Trebuchet MS"/>
              <a:cs typeface="Trebuchet MS"/>
            </a:endParaRPr>
          </a:p>
          <a:p>
            <a:pPr algn="just" marL="12700" marR="5080">
              <a:lnSpc>
                <a:spcPct val="116700"/>
              </a:lnSpc>
              <a:spcBef>
                <a:spcPts val="1130"/>
              </a:spcBef>
            </a:pPr>
            <a:r>
              <a:rPr dirty="0" sz="1050" spc="10">
                <a:latin typeface="Trebuchet MS"/>
                <a:cs typeface="Trebuchet MS"/>
              </a:rPr>
              <a:t>In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eleifend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velit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vitae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libero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sollicitudin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euismod.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Fusce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vitae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vestibulum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velit.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35">
                <a:latin typeface="Trebuchet MS"/>
                <a:cs typeface="Trebuchet MS"/>
              </a:rPr>
              <a:t>Pellentesque </a:t>
            </a:r>
            <a:r>
              <a:rPr dirty="0" sz="1050" spc="45">
                <a:latin typeface="Trebuchet MS"/>
                <a:cs typeface="Trebuchet MS"/>
              </a:rPr>
              <a:t>vulputate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lectus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quis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pellentesque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commodo.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Aliquam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erat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volutpat.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Vestibulum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egestas </a:t>
            </a:r>
            <a:r>
              <a:rPr dirty="0" sz="1050">
                <a:latin typeface="Trebuchet MS"/>
                <a:cs typeface="Trebuchet MS"/>
              </a:rPr>
              <a:t>velit.</a:t>
            </a:r>
            <a:r>
              <a:rPr dirty="0" sz="1050" spc="409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Pellentesque</a:t>
            </a:r>
            <a:r>
              <a:rPr dirty="0" sz="1050" spc="409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fermentum</a:t>
            </a:r>
            <a:r>
              <a:rPr dirty="0" sz="1050" spc="40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nisl</a:t>
            </a:r>
            <a:r>
              <a:rPr dirty="0" sz="1050" spc="40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vitae</a:t>
            </a:r>
            <a:r>
              <a:rPr dirty="0" sz="1050" spc="4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fringilla</a:t>
            </a:r>
            <a:r>
              <a:rPr dirty="0" sz="1050" spc="42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venenatis.</a:t>
            </a:r>
            <a:r>
              <a:rPr dirty="0" sz="1050" spc="41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Etiam</a:t>
            </a:r>
            <a:r>
              <a:rPr dirty="0" sz="1050" spc="4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41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40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vitae</a:t>
            </a:r>
            <a:r>
              <a:rPr dirty="0" sz="1050" spc="415">
                <a:latin typeface="Trebuchet MS"/>
                <a:cs typeface="Trebuchet MS"/>
              </a:rPr>
              <a:t> </a:t>
            </a:r>
            <a:r>
              <a:rPr dirty="0" sz="1050" spc="-20">
                <a:latin typeface="Trebuchet MS"/>
                <a:cs typeface="Trebuchet MS"/>
              </a:rPr>
              <a:t>orci </a:t>
            </a:r>
            <a:r>
              <a:rPr dirty="0" sz="1050" spc="90">
                <a:latin typeface="Trebuchet MS"/>
                <a:cs typeface="Trebuchet MS"/>
              </a:rPr>
              <a:t>maximus</a:t>
            </a:r>
            <a:r>
              <a:rPr dirty="0" sz="1050" spc="2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ultricies.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8659" y="3844290"/>
            <a:ext cx="5964555" cy="562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ts val="2115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Cras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fringilla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ipsum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magna,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fringilla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dui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commodo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15"/>
              </a:lnSpc>
            </a:pPr>
            <a:r>
              <a:rPr dirty="0" sz="1800" spc="-25" b="1">
                <a:latin typeface="Arial"/>
                <a:cs typeface="Arial"/>
              </a:rPr>
              <a:t>a.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0090" y="4803140"/>
          <a:ext cx="6205220" cy="2401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3600450"/>
                <a:gridCol w="990600"/>
                <a:gridCol w="1079500"/>
              </a:tblGrid>
              <a:tr h="3689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55">
                          <a:latin typeface="Trebuchet MS"/>
                          <a:cs typeface="Trebuchet MS"/>
                        </a:rPr>
                        <a:t>Lorem</a:t>
                      </a:r>
                      <a:r>
                        <a:rPr dirty="0" sz="10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65">
                          <a:latin typeface="Trebuchet MS"/>
                          <a:cs typeface="Trebuchet MS"/>
                        </a:rPr>
                        <a:t>ipsum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55">
                          <a:latin typeface="Trebuchet MS"/>
                          <a:cs typeface="Trebuchet MS"/>
                        </a:rPr>
                        <a:t>Lorem</a:t>
                      </a:r>
                      <a:r>
                        <a:rPr dirty="0" sz="10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65">
                          <a:latin typeface="Trebuchet MS"/>
                          <a:cs typeface="Trebuchet MS"/>
                        </a:rPr>
                        <a:t>ipsum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55">
                          <a:latin typeface="Trebuchet MS"/>
                          <a:cs typeface="Trebuchet MS"/>
                        </a:rPr>
                        <a:t>Lorem</a:t>
                      </a:r>
                      <a:r>
                        <a:rPr dirty="0" sz="10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65">
                          <a:latin typeface="Trebuchet MS"/>
                          <a:cs typeface="Trebuchet MS"/>
                        </a:rPr>
                        <a:t>ipsum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65">
                          <a:latin typeface="Trebuchet MS"/>
                          <a:cs typeface="Trebuchet MS"/>
                        </a:rPr>
                        <a:t>1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5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050" spc="1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10">
                          <a:latin typeface="Trebuchet MS"/>
                          <a:cs typeface="Trebuchet MS"/>
                        </a:rPr>
                        <a:t>eleifend</a:t>
                      </a:r>
                      <a:r>
                        <a:rPr dirty="0" sz="1050" spc="1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10">
                          <a:latin typeface="Trebuchet MS"/>
                          <a:cs typeface="Trebuchet MS"/>
                        </a:rPr>
                        <a:t>velit</a:t>
                      </a:r>
                      <a:r>
                        <a:rPr dirty="0" sz="1050" spc="1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10">
                          <a:latin typeface="Trebuchet MS"/>
                          <a:cs typeface="Trebuchet MS"/>
                        </a:rPr>
                        <a:t>vitae</a:t>
                      </a:r>
                      <a:r>
                        <a:rPr dirty="0" sz="1050" spc="1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10">
                          <a:latin typeface="Trebuchet MS"/>
                          <a:cs typeface="Trebuchet MS"/>
                        </a:rPr>
                        <a:t>libero</a:t>
                      </a:r>
                      <a:r>
                        <a:rPr dirty="0" sz="1050" spc="1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10">
                          <a:latin typeface="Trebuchet MS"/>
                          <a:cs typeface="Trebuchet MS"/>
                        </a:rPr>
                        <a:t>sollicitudin</a:t>
                      </a:r>
                      <a:r>
                        <a:rPr dirty="0" sz="1050" spc="1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50">
                          <a:latin typeface="Trebuchet MS"/>
                          <a:cs typeface="Trebuchet MS"/>
                        </a:rPr>
                        <a:t>euismod.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45">
                          <a:latin typeface="Trebuchet MS"/>
                          <a:cs typeface="Trebuchet MS"/>
                        </a:rPr>
                        <a:t>Lorem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65">
                          <a:latin typeface="Trebuchet MS"/>
                          <a:cs typeface="Trebuchet MS"/>
                        </a:rPr>
                        <a:t>2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marR="60325">
                        <a:lnSpc>
                          <a:spcPts val="1470"/>
                        </a:lnSpc>
                        <a:spcBef>
                          <a:spcPts val="75"/>
                        </a:spcBef>
                      </a:pPr>
                      <a:r>
                        <a:rPr dirty="0" sz="1050" spc="80">
                          <a:latin typeface="Trebuchet MS"/>
                          <a:cs typeface="Trebuchet MS"/>
                        </a:rPr>
                        <a:t>Cras</a:t>
                      </a:r>
                      <a:r>
                        <a:rPr dirty="0" sz="1050" spc="1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>
                          <a:latin typeface="Trebuchet MS"/>
                          <a:cs typeface="Trebuchet MS"/>
                        </a:rPr>
                        <a:t>fringilla</a:t>
                      </a:r>
                      <a:r>
                        <a:rPr dirty="0" sz="1050" spc="11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75">
                          <a:latin typeface="Trebuchet MS"/>
                          <a:cs typeface="Trebuchet MS"/>
                        </a:rPr>
                        <a:t>ipsum</a:t>
                      </a:r>
                      <a:r>
                        <a:rPr dirty="0" sz="1050" spc="11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75">
                          <a:latin typeface="Trebuchet MS"/>
                          <a:cs typeface="Trebuchet MS"/>
                        </a:rPr>
                        <a:t>magna,</a:t>
                      </a:r>
                      <a:r>
                        <a:rPr dirty="0" sz="1050" spc="11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050" spc="11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>
                          <a:latin typeface="Trebuchet MS"/>
                          <a:cs typeface="Trebuchet MS"/>
                        </a:rPr>
                        <a:t>fringilla</a:t>
                      </a:r>
                      <a:r>
                        <a:rPr dirty="0" sz="1050" spc="114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>
                          <a:latin typeface="Trebuchet MS"/>
                          <a:cs typeface="Trebuchet MS"/>
                        </a:rPr>
                        <a:t>dui</a:t>
                      </a:r>
                      <a:r>
                        <a:rPr dirty="0" sz="1050" spc="1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75">
                          <a:latin typeface="Trebuchet MS"/>
                          <a:cs typeface="Trebuchet MS"/>
                        </a:rPr>
                        <a:t>commodo </a:t>
                      </a:r>
                      <a:r>
                        <a:rPr dirty="0" sz="1050" spc="-25">
                          <a:latin typeface="Trebuchet MS"/>
                          <a:cs typeface="Trebuchet MS"/>
                        </a:rPr>
                        <a:t>a.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52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75">
                          <a:latin typeface="Trebuchet MS"/>
                          <a:cs typeface="Trebuchet MS"/>
                        </a:rPr>
                        <a:t>Ipsum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65">
                          <a:latin typeface="Trebuchet MS"/>
                          <a:cs typeface="Trebuchet MS"/>
                        </a:rPr>
                        <a:t>3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60">
                          <a:latin typeface="Trebuchet MS"/>
                          <a:cs typeface="Trebuchet MS"/>
                        </a:rPr>
                        <a:t>Aliquam</a:t>
                      </a:r>
                      <a:r>
                        <a:rPr dirty="0" sz="1050" spc="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>
                          <a:latin typeface="Trebuchet MS"/>
                          <a:cs typeface="Trebuchet MS"/>
                        </a:rPr>
                        <a:t>erat</a:t>
                      </a:r>
                      <a:r>
                        <a:rPr dirty="0" sz="1050" spc="1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>
                          <a:latin typeface="Trebuchet MS"/>
                          <a:cs typeface="Trebuchet MS"/>
                        </a:rPr>
                        <a:t>volutpat.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45">
                          <a:latin typeface="Trebuchet MS"/>
                          <a:cs typeface="Trebuchet MS"/>
                        </a:rPr>
                        <a:t>Lorem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65">
                          <a:latin typeface="Trebuchet MS"/>
                          <a:cs typeface="Trebuchet MS"/>
                        </a:rPr>
                        <a:t>4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60">
                          <a:latin typeface="Trebuchet MS"/>
                          <a:cs typeface="Trebuchet MS"/>
                        </a:rPr>
                        <a:t>Fusce</a:t>
                      </a:r>
                      <a:r>
                        <a:rPr dirty="0" sz="1050" spc="1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>
                          <a:latin typeface="Trebuchet MS"/>
                          <a:cs typeface="Trebuchet MS"/>
                        </a:rPr>
                        <a:t>vitae</a:t>
                      </a:r>
                      <a:r>
                        <a:rPr dirty="0" sz="1050" spc="1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60">
                          <a:latin typeface="Trebuchet MS"/>
                          <a:cs typeface="Trebuchet MS"/>
                        </a:rPr>
                        <a:t>vestibulum</a:t>
                      </a:r>
                      <a:r>
                        <a:rPr dirty="0" sz="1050" spc="9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>
                          <a:latin typeface="Trebuchet MS"/>
                          <a:cs typeface="Trebuchet MS"/>
                        </a:rPr>
                        <a:t>velit.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45">
                          <a:latin typeface="Trebuchet MS"/>
                          <a:cs typeface="Trebuchet MS"/>
                        </a:rPr>
                        <a:t>Lorem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65">
                          <a:latin typeface="Trebuchet MS"/>
                          <a:cs typeface="Trebuchet MS"/>
                        </a:rPr>
                        <a:t>5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60">
                          <a:latin typeface="Trebuchet MS"/>
                          <a:cs typeface="Trebuchet MS"/>
                        </a:rPr>
                        <a:t>Etiam</a:t>
                      </a:r>
                      <a:r>
                        <a:rPr dirty="0" sz="1050" spc="1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50">
                          <a:latin typeface="Trebuchet MS"/>
                          <a:cs typeface="Trebuchet MS"/>
                        </a:rPr>
                        <a:t>vehicula</a:t>
                      </a:r>
                      <a:r>
                        <a:rPr dirty="0" sz="1050" spc="1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>
                          <a:latin typeface="Trebuchet MS"/>
                          <a:cs typeface="Trebuchet MS"/>
                        </a:rPr>
                        <a:t>luctus</a:t>
                      </a:r>
                      <a:r>
                        <a:rPr dirty="0" sz="1050" spc="1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35">
                          <a:latin typeface="Trebuchet MS"/>
                          <a:cs typeface="Trebuchet MS"/>
                        </a:rPr>
                        <a:t>fermentum.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050" spc="75">
                          <a:latin typeface="Trebuchet MS"/>
                          <a:cs typeface="Trebuchet MS"/>
                        </a:rPr>
                        <a:t>Ipsum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8659" y="7489190"/>
            <a:ext cx="6140450" cy="1705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050" spc="60">
                <a:latin typeface="Trebuchet MS"/>
                <a:cs typeface="Trebuchet MS"/>
              </a:rPr>
              <a:t>Etiam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vehicula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luctus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fermentum.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metus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congue,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lectus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vel,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fermentum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-20">
                <a:latin typeface="Trebuchet MS"/>
                <a:cs typeface="Trebuchet MS"/>
              </a:rPr>
              <a:t>dui. </a:t>
            </a:r>
            <a:r>
              <a:rPr dirty="0" sz="1050" spc="85">
                <a:latin typeface="Trebuchet MS"/>
                <a:cs typeface="Trebuchet MS"/>
              </a:rPr>
              <a:t>Maecenas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ante</a:t>
            </a:r>
            <a:r>
              <a:rPr dirty="0" sz="1050" spc="26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orci,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egestas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aliquet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amet,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sagittis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a</a:t>
            </a:r>
            <a:r>
              <a:rPr dirty="0" sz="1050" spc="265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magna.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Aliquam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ante</a:t>
            </a:r>
            <a:r>
              <a:rPr dirty="0" sz="1050" spc="26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quam, pellentesque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dignissim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quis,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laoreet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eget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est.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Aliquam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erat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volutpat.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Class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aptent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taciti </a:t>
            </a:r>
            <a:r>
              <a:rPr dirty="0" sz="1050" spc="70">
                <a:latin typeface="Trebuchet MS"/>
                <a:cs typeface="Trebuchet MS"/>
              </a:rPr>
              <a:t>sociosqu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ad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litora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torquent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per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conubia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nostra,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per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inceptos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himenaeos.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 spc="35">
                <a:latin typeface="Trebuchet MS"/>
                <a:cs typeface="Trebuchet MS"/>
              </a:rPr>
              <a:t>ullamcorper </a:t>
            </a:r>
            <a:r>
              <a:rPr dirty="0" sz="1050">
                <a:latin typeface="Trebuchet MS"/>
                <a:cs typeface="Trebuchet MS"/>
              </a:rPr>
              <a:t>justo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sapien,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cursus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libero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viverra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eget.</a:t>
            </a:r>
            <a:r>
              <a:rPr dirty="0" sz="1050" spc="24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Vivamus</a:t>
            </a:r>
            <a:r>
              <a:rPr dirty="0" sz="1050" spc="2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auctor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imperdiet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urna,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at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-25">
                <a:latin typeface="Trebuchet MS"/>
                <a:cs typeface="Trebuchet MS"/>
              </a:rPr>
              <a:t>leo </a:t>
            </a:r>
            <a:r>
              <a:rPr dirty="0" sz="1050" spc="65">
                <a:latin typeface="Trebuchet MS"/>
                <a:cs typeface="Trebuchet MS"/>
              </a:rPr>
              <a:t>posuere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laoreet.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Suspendisse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neque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nisl,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fringilla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at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iaculis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scelerisque,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ornare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dolor.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-25">
                <a:latin typeface="Trebuchet MS"/>
                <a:cs typeface="Trebuchet MS"/>
              </a:rPr>
              <a:t>Ut </a:t>
            </a:r>
            <a:r>
              <a:rPr dirty="0" sz="1050">
                <a:latin typeface="Trebuchet MS"/>
                <a:cs typeface="Trebuchet MS"/>
              </a:rPr>
              <a:t>et</a:t>
            </a:r>
            <a:r>
              <a:rPr dirty="0" sz="1050" spc="155">
                <a:latin typeface="Trebuchet MS"/>
                <a:cs typeface="Trebuchet MS"/>
              </a:rPr>
              <a:t> 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165">
                <a:latin typeface="Trebuchet MS"/>
                <a:cs typeface="Trebuchet MS"/>
              </a:rPr>
              <a:t>  </a:t>
            </a:r>
            <a:r>
              <a:rPr dirty="0" sz="1050">
                <a:latin typeface="Trebuchet MS"/>
                <a:cs typeface="Trebuchet MS"/>
              </a:rPr>
              <a:t>nunc.</a:t>
            </a:r>
            <a:r>
              <a:rPr dirty="0" sz="1050" spc="160">
                <a:latin typeface="Trebuchet MS"/>
                <a:cs typeface="Trebuchet MS"/>
              </a:rPr>
              <a:t>  </a:t>
            </a:r>
            <a:r>
              <a:rPr dirty="0" sz="1050" spc="45">
                <a:latin typeface="Trebuchet MS"/>
                <a:cs typeface="Trebuchet MS"/>
              </a:rPr>
              <a:t>Pellentesque</a:t>
            </a:r>
            <a:r>
              <a:rPr dirty="0" sz="1050" spc="165">
                <a:latin typeface="Trebuchet MS"/>
                <a:cs typeface="Trebuchet MS"/>
              </a:rPr>
              <a:t>  </a:t>
            </a:r>
            <a:r>
              <a:rPr dirty="0" sz="1050">
                <a:latin typeface="Trebuchet MS"/>
                <a:cs typeface="Trebuchet MS"/>
              </a:rPr>
              <a:t>fringilla</a:t>
            </a:r>
            <a:r>
              <a:rPr dirty="0" sz="1050" spc="160">
                <a:latin typeface="Trebuchet MS"/>
                <a:cs typeface="Trebuchet MS"/>
              </a:rPr>
              <a:t>  </a:t>
            </a:r>
            <a:r>
              <a:rPr dirty="0" sz="1050">
                <a:latin typeface="Trebuchet MS"/>
                <a:cs typeface="Trebuchet MS"/>
              </a:rPr>
              <a:t>mollis</a:t>
            </a:r>
            <a:r>
              <a:rPr dirty="0" sz="1050" spc="170">
                <a:latin typeface="Trebuchet MS"/>
                <a:cs typeface="Trebuchet MS"/>
              </a:rPr>
              <a:t>  </a:t>
            </a:r>
            <a:r>
              <a:rPr dirty="0" sz="1050">
                <a:latin typeface="Trebuchet MS"/>
                <a:cs typeface="Trebuchet MS"/>
              </a:rPr>
              <a:t>efficitur.</a:t>
            </a:r>
            <a:r>
              <a:rPr dirty="0" sz="1050" spc="160">
                <a:latin typeface="Trebuchet MS"/>
                <a:cs typeface="Trebuchet MS"/>
              </a:rPr>
              <a:t>  </a:t>
            </a:r>
            <a:r>
              <a:rPr dirty="0" sz="1050" spc="55">
                <a:latin typeface="Trebuchet MS"/>
                <a:cs typeface="Trebuchet MS"/>
              </a:rPr>
              <a:t>Nullam</a:t>
            </a:r>
            <a:r>
              <a:rPr dirty="0" sz="1050" spc="160">
                <a:latin typeface="Trebuchet MS"/>
                <a:cs typeface="Trebuchet MS"/>
              </a:rPr>
              <a:t>  </a:t>
            </a:r>
            <a:r>
              <a:rPr dirty="0" sz="1050" spc="65">
                <a:latin typeface="Trebuchet MS"/>
                <a:cs typeface="Trebuchet MS"/>
              </a:rPr>
              <a:t>venenatis</a:t>
            </a:r>
            <a:r>
              <a:rPr dirty="0" sz="1050" spc="165">
                <a:latin typeface="Trebuchet MS"/>
                <a:cs typeface="Trebuchet MS"/>
              </a:rPr>
              <a:t>  </a:t>
            </a:r>
            <a:r>
              <a:rPr dirty="0" sz="1050" spc="75">
                <a:latin typeface="Trebuchet MS"/>
                <a:cs typeface="Trebuchet MS"/>
              </a:rPr>
              <a:t>commodo </a:t>
            </a:r>
            <a:r>
              <a:rPr dirty="0" sz="1050">
                <a:latin typeface="Trebuchet MS"/>
                <a:cs typeface="Trebuchet MS"/>
              </a:rPr>
              <a:t>imperdiet.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Morbi</a:t>
            </a:r>
            <a:r>
              <a:rPr dirty="0" sz="1050" spc="10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velit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neque,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semper</a:t>
            </a:r>
            <a:r>
              <a:rPr dirty="0" sz="1050" spc="10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quis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lorem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quis,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efficitur</a:t>
            </a:r>
            <a:r>
              <a:rPr dirty="0" sz="1050" spc="1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dignissim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ipsum.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lorem </a:t>
            </a:r>
            <a:r>
              <a:rPr dirty="0" sz="1050" spc="80">
                <a:latin typeface="Trebuchet MS"/>
                <a:cs typeface="Trebuchet MS"/>
              </a:rPr>
              <a:t>sed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turpis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imperdiet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eleifend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sit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id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40">
                <a:latin typeface="Trebuchet MS"/>
                <a:cs typeface="Trebuchet MS"/>
              </a:rPr>
              <a:t>sapien.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7260" y="693419"/>
            <a:ext cx="5634990" cy="56261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287020" marR="5080" indent="-274320">
              <a:lnSpc>
                <a:spcPts val="2070"/>
              </a:lnSpc>
              <a:spcBef>
                <a:spcPts val="244"/>
              </a:spcBef>
            </a:pPr>
            <a:r>
              <a:rPr dirty="0" sz="1800" b="1">
                <a:latin typeface="Arial"/>
                <a:cs typeface="Arial"/>
              </a:rPr>
              <a:t>Lorem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ipsum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dolor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sit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amet,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consectetur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adipiscing elit.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8659" y="1602739"/>
            <a:ext cx="6141085" cy="78651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985">
              <a:lnSpc>
                <a:spcPct val="116700"/>
              </a:lnSpc>
              <a:spcBef>
                <a:spcPts val="100"/>
              </a:spcBef>
            </a:pPr>
            <a:r>
              <a:rPr dirty="0" sz="1050" spc="75">
                <a:latin typeface="Trebuchet MS"/>
                <a:cs typeface="Trebuchet MS"/>
              </a:rPr>
              <a:t>Nunc</a:t>
            </a:r>
            <a:r>
              <a:rPr dirty="0" sz="1050" spc="24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24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faucibus</a:t>
            </a:r>
            <a:r>
              <a:rPr dirty="0" sz="1050" spc="24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odio.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Vestibulum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neque</a:t>
            </a:r>
            <a:r>
              <a:rPr dirty="0" sz="1050" spc="24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massa,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scelerisque</a:t>
            </a:r>
            <a:r>
              <a:rPr dirty="0" sz="1050" spc="24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ligula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eu,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congue </a:t>
            </a:r>
            <a:r>
              <a:rPr dirty="0" sz="1050" spc="50">
                <a:latin typeface="Trebuchet MS"/>
                <a:cs typeface="Trebuchet MS"/>
              </a:rPr>
              <a:t>molestie</a:t>
            </a:r>
            <a:r>
              <a:rPr dirty="0" sz="1050" spc="1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mi.</a:t>
            </a:r>
            <a:r>
              <a:rPr dirty="0" sz="1050" spc="18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Praesent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7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varius</a:t>
            </a:r>
            <a:r>
              <a:rPr dirty="0" sz="1050" spc="18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sem.</a:t>
            </a:r>
            <a:r>
              <a:rPr dirty="0" sz="1050" spc="18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Nullam</a:t>
            </a:r>
            <a:r>
              <a:rPr dirty="0" sz="1050" spc="18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at</a:t>
            </a:r>
            <a:r>
              <a:rPr dirty="0" sz="1050" spc="1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porttitor</a:t>
            </a:r>
            <a:r>
              <a:rPr dirty="0" sz="1050" spc="18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arcu,</a:t>
            </a:r>
            <a:r>
              <a:rPr dirty="0" sz="1050" spc="17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nec</a:t>
            </a:r>
            <a:r>
              <a:rPr dirty="0" sz="1050" spc="1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lacinia</a:t>
            </a:r>
            <a:r>
              <a:rPr dirty="0" sz="1050" spc="1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nisi.</a:t>
            </a:r>
            <a:r>
              <a:rPr dirty="0" sz="1050" spc="18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8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dolor </a:t>
            </a:r>
            <a:r>
              <a:rPr dirty="0" sz="1050">
                <a:latin typeface="Trebuchet MS"/>
                <a:cs typeface="Trebuchet MS"/>
              </a:rPr>
              <a:t>vitae</a:t>
            </a:r>
            <a:r>
              <a:rPr dirty="0" sz="1050" spc="27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odio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interdum</a:t>
            </a:r>
            <a:r>
              <a:rPr dirty="0" sz="1050" spc="26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condimentum.</a:t>
            </a:r>
            <a:r>
              <a:rPr dirty="0" sz="1050" spc="26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Vivamus</a:t>
            </a:r>
            <a:r>
              <a:rPr dirty="0" sz="1050" spc="26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dapibus</a:t>
            </a:r>
            <a:r>
              <a:rPr dirty="0" sz="1050" spc="26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sodales</a:t>
            </a:r>
            <a:r>
              <a:rPr dirty="0" sz="1050" spc="2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ex,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vitae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malesuada</a:t>
            </a:r>
            <a:r>
              <a:rPr dirty="0" sz="1050" spc="26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ipsum </a:t>
            </a:r>
            <a:r>
              <a:rPr dirty="0" sz="1050" spc="75">
                <a:latin typeface="Trebuchet MS"/>
                <a:cs typeface="Trebuchet MS"/>
              </a:rPr>
              <a:t>cursus</a:t>
            </a:r>
            <a:r>
              <a:rPr dirty="0" sz="1050" spc="3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convallis.</a:t>
            </a:r>
            <a:r>
              <a:rPr dirty="0" sz="1050" spc="320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Maecenas</a:t>
            </a:r>
            <a:r>
              <a:rPr dirty="0" sz="1050" spc="31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sed</a:t>
            </a:r>
            <a:r>
              <a:rPr dirty="0" sz="1050" spc="31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egestas</a:t>
            </a:r>
            <a:r>
              <a:rPr dirty="0" sz="1050" spc="3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nulla,</a:t>
            </a:r>
            <a:r>
              <a:rPr dirty="0" sz="1050" spc="32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31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condimentum</a:t>
            </a:r>
            <a:r>
              <a:rPr dirty="0" sz="1050" spc="3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orci.</a:t>
            </a:r>
            <a:r>
              <a:rPr dirty="0" sz="1050" spc="32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31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diam</a:t>
            </a:r>
            <a:r>
              <a:rPr dirty="0" sz="1050" spc="31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felis, </a:t>
            </a:r>
            <a:r>
              <a:rPr dirty="0" sz="1050" spc="45">
                <a:latin typeface="Trebuchet MS"/>
                <a:cs typeface="Trebuchet MS"/>
              </a:rPr>
              <a:t>vulputate</a:t>
            </a:r>
            <a:r>
              <a:rPr dirty="0" sz="1050" spc="8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 </a:t>
            </a:r>
            <a:r>
              <a:rPr dirty="0" sz="1050" spc="50">
                <a:latin typeface="Trebuchet MS"/>
                <a:cs typeface="Trebuchet MS"/>
              </a:rPr>
              <a:t>suscipit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et,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iaculis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non</a:t>
            </a:r>
            <a:r>
              <a:rPr dirty="0" sz="1050" spc="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est.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Curabitur</a:t>
            </a:r>
            <a:r>
              <a:rPr dirty="0" sz="1050" spc="75">
                <a:latin typeface="Trebuchet MS"/>
                <a:cs typeface="Trebuchet MS"/>
              </a:rPr>
              <a:t> semper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arcu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ligula</a:t>
            </a:r>
            <a:r>
              <a:rPr dirty="0" sz="1050" spc="7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semper,</a:t>
            </a:r>
            <a:r>
              <a:rPr dirty="0" sz="1050" spc="7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nec </a:t>
            </a:r>
            <a:r>
              <a:rPr dirty="0" sz="1050" spc="-10">
                <a:latin typeface="Trebuchet MS"/>
                <a:cs typeface="Trebuchet MS"/>
              </a:rPr>
              <a:t>luctus </a:t>
            </a:r>
            <a:r>
              <a:rPr dirty="0" sz="1050" spc="10">
                <a:latin typeface="Trebuchet MS"/>
                <a:cs typeface="Trebuchet MS"/>
              </a:rPr>
              <a:t>nisl</a:t>
            </a:r>
            <a:r>
              <a:rPr dirty="0" sz="1050" spc="18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blandit.</a:t>
            </a:r>
            <a:r>
              <a:rPr dirty="0" sz="1050" spc="18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Integer</a:t>
            </a:r>
            <a:r>
              <a:rPr dirty="0" sz="1050" spc="19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lacinia</a:t>
            </a:r>
            <a:r>
              <a:rPr dirty="0" sz="1050" spc="17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ante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18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libero</a:t>
            </a:r>
            <a:r>
              <a:rPr dirty="0" sz="1050" spc="18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lobortis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imperdiet.</a:t>
            </a:r>
            <a:r>
              <a:rPr dirty="0" sz="1050" spc="18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Nullam</a:t>
            </a:r>
            <a:r>
              <a:rPr dirty="0" sz="1050" spc="18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mollis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convallis</a:t>
            </a:r>
            <a:r>
              <a:rPr dirty="0" sz="1050" spc="190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ipsum,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accumsan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nunc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vehicula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vitae.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Nulla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eget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justo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felis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tristique</a:t>
            </a:r>
            <a:r>
              <a:rPr dirty="0" sz="1050" spc="1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fringilla.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Morbi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amet </a:t>
            </a:r>
            <a:r>
              <a:rPr dirty="0" sz="1050">
                <a:latin typeface="Trebuchet MS"/>
                <a:cs typeface="Trebuchet MS"/>
              </a:rPr>
              <a:t>tortor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quis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risus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auctor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condimentum.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Morbi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ullamcorper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elit.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Nulla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iaculis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tellus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amet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25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tempus</a:t>
            </a:r>
            <a:r>
              <a:rPr dirty="0" sz="1050" spc="3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fringilla.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050">
              <a:latin typeface="Trebuchet MS"/>
              <a:cs typeface="Trebuchet MS"/>
            </a:endParaRPr>
          </a:p>
          <a:p>
            <a:pPr marL="607060" marR="409575" indent="-365760">
              <a:lnSpc>
                <a:spcPts val="1839"/>
              </a:lnSpc>
            </a:pPr>
            <a:r>
              <a:rPr dirty="0" sz="1600" b="1">
                <a:latin typeface="Arial"/>
                <a:cs typeface="Arial"/>
              </a:rPr>
              <a:t>Maecenas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mauris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lectus,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lobortis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et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purus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mattis,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blandit </a:t>
            </a:r>
            <a:r>
              <a:rPr dirty="0" sz="1600" b="1">
                <a:latin typeface="Arial"/>
                <a:cs typeface="Arial"/>
              </a:rPr>
              <a:t>dictum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tellus.</a:t>
            </a:r>
            <a:endParaRPr sz="1600">
              <a:latin typeface="Arial"/>
              <a:cs typeface="Arial"/>
            </a:endParaRPr>
          </a:p>
          <a:p>
            <a:pPr algn="just" marL="12700" marR="6350">
              <a:lnSpc>
                <a:spcPct val="116700"/>
              </a:lnSpc>
              <a:spcBef>
                <a:spcPts val="295"/>
              </a:spcBef>
            </a:pPr>
            <a:r>
              <a:rPr dirty="0" sz="1050" spc="85">
                <a:latin typeface="Trebuchet MS"/>
                <a:cs typeface="Trebuchet MS"/>
              </a:rPr>
              <a:t>Maecenas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non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lorem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quis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tellus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placerat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varius.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Nulla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facilisi.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Aenean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congue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fringilla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justo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aliquam.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ex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erat.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Nunc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vulputate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neque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vitae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justo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facilisis,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non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condimentum </a:t>
            </a:r>
            <a:r>
              <a:rPr dirty="0" sz="1050" spc="50">
                <a:latin typeface="Trebuchet MS"/>
                <a:cs typeface="Trebuchet MS"/>
              </a:rPr>
              <a:t>ante</a:t>
            </a:r>
            <a:r>
              <a:rPr dirty="0" sz="1050" spc="3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sagittis.</a:t>
            </a:r>
            <a:r>
              <a:rPr dirty="0" sz="1050" spc="34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Morbi</a:t>
            </a:r>
            <a:r>
              <a:rPr dirty="0" sz="1050" spc="32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viverra</a:t>
            </a:r>
            <a:r>
              <a:rPr dirty="0" sz="1050" spc="325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semper</a:t>
            </a:r>
            <a:r>
              <a:rPr dirty="0" sz="1050" spc="3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lorem</a:t>
            </a:r>
            <a:r>
              <a:rPr dirty="0" sz="1050" spc="32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nec</a:t>
            </a:r>
            <a:r>
              <a:rPr dirty="0" sz="1050" spc="3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molestie.</a:t>
            </a:r>
            <a:r>
              <a:rPr dirty="0" sz="1050" spc="330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Maecenas</a:t>
            </a:r>
            <a:r>
              <a:rPr dirty="0" sz="1050" spc="3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tincidunt</a:t>
            </a:r>
            <a:r>
              <a:rPr dirty="0" sz="1050" spc="32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est</a:t>
            </a:r>
            <a:r>
              <a:rPr dirty="0" sz="1050" spc="315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efficitur </a:t>
            </a:r>
            <a:r>
              <a:rPr dirty="0" sz="1050">
                <a:latin typeface="Trebuchet MS"/>
                <a:cs typeface="Trebuchet MS"/>
              </a:rPr>
              <a:t>ligula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euismod,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ornare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est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vulputate.</a:t>
            </a:r>
            <a:endParaRPr sz="1050">
              <a:latin typeface="Trebuchet MS"/>
              <a:cs typeface="Trebuchet MS"/>
            </a:endParaRPr>
          </a:p>
          <a:p>
            <a:pPr algn="just" marL="12700" marR="8890">
              <a:lnSpc>
                <a:spcPct val="116700"/>
              </a:lnSpc>
              <a:spcBef>
                <a:spcPts val="1120"/>
              </a:spcBef>
            </a:pP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non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justo.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Duis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vehicula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mi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mi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pretium,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a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viverra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erat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efficitur.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Cras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aliquam </a:t>
            </a:r>
            <a:r>
              <a:rPr dirty="0" sz="1050" spc="55">
                <a:latin typeface="Trebuchet MS"/>
                <a:cs typeface="Trebuchet MS"/>
              </a:rPr>
              <a:t>est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eros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varius,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iaculis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dui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auctor.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Duis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pretium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neque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ligula,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16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mi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placerat </a:t>
            </a:r>
            <a:r>
              <a:rPr dirty="0" sz="1050">
                <a:latin typeface="Trebuchet MS"/>
                <a:cs typeface="Trebuchet MS"/>
              </a:rPr>
              <a:t>et.</a:t>
            </a:r>
            <a:r>
              <a:rPr dirty="0" sz="1050" spc="3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Nulla</a:t>
            </a:r>
            <a:r>
              <a:rPr dirty="0" sz="1050" spc="34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nec</a:t>
            </a:r>
            <a:r>
              <a:rPr dirty="0" sz="1050" spc="33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nunc</a:t>
            </a:r>
            <a:r>
              <a:rPr dirty="0" sz="1050" spc="34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33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34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nunc</a:t>
            </a:r>
            <a:r>
              <a:rPr dirty="0" sz="1050" spc="33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posuere</a:t>
            </a:r>
            <a:r>
              <a:rPr dirty="0" sz="1050" spc="34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vestibulum.</a:t>
            </a:r>
            <a:r>
              <a:rPr dirty="0" sz="1050" spc="3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3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33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neque</a:t>
            </a:r>
            <a:r>
              <a:rPr dirty="0" sz="1050" spc="33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eget</a:t>
            </a:r>
            <a:r>
              <a:rPr dirty="0" sz="1050" spc="3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tortor</a:t>
            </a:r>
            <a:r>
              <a:rPr dirty="0" sz="1050" spc="330">
                <a:latin typeface="Trebuchet MS"/>
                <a:cs typeface="Trebuchet MS"/>
              </a:rPr>
              <a:t> </a:t>
            </a:r>
            <a:r>
              <a:rPr dirty="0" sz="1050" spc="40">
                <a:latin typeface="Trebuchet MS"/>
                <a:cs typeface="Trebuchet MS"/>
              </a:rPr>
              <a:t>mattis </a:t>
            </a:r>
            <a:r>
              <a:rPr dirty="0" sz="1050">
                <a:latin typeface="Trebuchet MS"/>
                <a:cs typeface="Trebuchet MS"/>
              </a:rPr>
              <a:t>tristique.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Donec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ante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est,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blandit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2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tristique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vel,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lacinia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arcu.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 spc="35">
                <a:latin typeface="Trebuchet MS"/>
                <a:cs typeface="Trebuchet MS"/>
              </a:rPr>
              <a:t>Pellentesque </a:t>
            </a:r>
            <a:r>
              <a:rPr dirty="0" sz="1050" spc="50">
                <a:latin typeface="Trebuchet MS"/>
                <a:cs typeface="Trebuchet MS"/>
              </a:rPr>
              <a:t>scelerisque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fermentum</a:t>
            </a:r>
            <a:r>
              <a:rPr dirty="0" sz="1050" spc="19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erat,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posuere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justo</a:t>
            </a:r>
            <a:r>
              <a:rPr dirty="0" sz="1050" spc="19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ut.</a:t>
            </a:r>
            <a:r>
              <a:rPr dirty="0" sz="1050" spc="18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Cras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eros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sed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enim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aliquam </a:t>
            </a:r>
            <a:r>
              <a:rPr dirty="0" sz="1050">
                <a:latin typeface="Trebuchet MS"/>
                <a:cs typeface="Trebuchet MS"/>
              </a:rPr>
              <a:t>lobortis.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 spc="100">
                <a:latin typeface="Trebuchet MS"/>
                <a:cs typeface="Trebuchet MS"/>
              </a:rPr>
              <a:t>Sed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lobortis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nisl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eros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efficitur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tincidunt.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Cras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justo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mi,</a:t>
            </a:r>
            <a:r>
              <a:rPr dirty="0" sz="1050" spc="1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porttitor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quis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mattis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 spc="-20">
                <a:latin typeface="Trebuchet MS"/>
                <a:cs typeface="Trebuchet MS"/>
              </a:rPr>
              <a:t>vel, </a:t>
            </a:r>
            <a:r>
              <a:rPr dirty="0" sz="1050">
                <a:latin typeface="Trebuchet MS"/>
                <a:cs typeface="Trebuchet MS"/>
              </a:rPr>
              <a:t>ultricies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purus.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facilisis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et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lacus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eu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cursus.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05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In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eleifend</a:t>
            </a:r>
            <a:r>
              <a:rPr dirty="0" sz="1600" spc="-5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velit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vitae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libero</a:t>
            </a:r>
            <a:r>
              <a:rPr dirty="0" sz="1600" spc="-4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sollicitudin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euismod.</a:t>
            </a:r>
            <a:endParaRPr sz="1600">
              <a:latin typeface="Arial"/>
              <a:cs typeface="Arial"/>
            </a:endParaRPr>
          </a:p>
          <a:p>
            <a:pPr algn="just" marL="12700" marR="5080">
              <a:lnSpc>
                <a:spcPct val="116700"/>
              </a:lnSpc>
              <a:spcBef>
                <a:spcPts val="340"/>
              </a:spcBef>
            </a:pPr>
            <a:r>
              <a:rPr dirty="0" sz="1050" spc="55">
                <a:latin typeface="Trebuchet MS"/>
                <a:cs typeface="Trebuchet MS"/>
              </a:rPr>
              <a:t>Fusce</a:t>
            </a:r>
            <a:r>
              <a:rPr dirty="0" sz="1050" spc="28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vitae</a:t>
            </a:r>
            <a:r>
              <a:rPr dirty="0" sz="1050" spc="28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vestibulum</a:t>
            </a:r>
            <a:r>
              <a:rPr dirty="0" sz="1050" spc="27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velit.</a:t>
            </a:r>
            <a:r>
              <a:rPr dirty="0" sz="1050" spc="295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Pellentesque</a:t>
            </a:r>
            <a:r>
              <a:rPr dirty="0" sz="1050" spc="285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vulputate</a:t>
            </a:r>
            <a:r>
              <a:rPr dirty="0" sz="1050" spc="28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lectus</a:t>
            </a:r>
            <a:r>
              <a:rPr dirty="0" sz="1050" spc="28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quis</a:t>
            </a:r>
            <a:r>
              <a:rPr dirty="0" sz="1050" spc="28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pellentesque</a:t>
            </a:r>
            <a:r>
              <a:rPr dirty="0" sz="1050" spc="28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commodo. </a:t>
            </a:r>
            <a:r>
              <a:rPr dirty="0" sz="1050" spc="60">
                <a:latin typeface="Trebuchet MS"/>
                <a:cs typeface="Trebuchet MS"/>
              </a:rPr>
              <a:t>Aliquam</a:t>
            </a:r>
            <a:r>
              <a:rPr dirty="0" sz="1050" spc="4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erat</a:t>
            </a:r>
            <a:r>
              <a:rPr dirty="0" sz="1050" spc="4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volutpat.</a:t>
            </a:r>
            <a:r>
              <a:rPr dirty="0" sz="1050" spc="42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Vestibulum</a:t>
            </a:r>
            <a:r>
              <a:rPr dirty="0" sz="1050" spc="4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41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egestas</a:t>
            </a:r>
            <a:r>
              <a:rPr dirty="0" sz="1050" spc="4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velit.</a:t>
            </a:r>
            <a:r>
              <a:rPr dirty="0" sz="1050" spc="409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Pellentesque</a:t>
            </a:r>
            <a:r>
              <a:rPr dirty="0" sz="1050" spc="425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fermentum</a:t>
            </a:r>
            <a:r>
              <a:rPr dirty="0" sz="1050" spc="4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nisl</a:t>
            </a:r>
            <a:r>
              <a:rPr dirty="0" sz="1050" spc="409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vitae </a:t>
            </a:r>
            <a:r>
              <a:rPr dirty="0" sz="1050">
                <a:latin typeface="Trebuchet MS"/>
                <a:cs typeface="Trebuchet MS"/>
              </a:rPr>
              <a:t>fringilla</a:t>
            </a:r>
            <a:r>
              <a:rPr dirty="0" sz="1050" spc="484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venenatis.</a:t>
            </a:r>
            <a:r>
              <a:rPr dirty="0" sz="1050" spc="49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Etiam</a:t>
            </a:r>
            <a:r>
              <a:rPr dirty="0" sz="1050" spc="48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id</a:t>
            </a:r>
            <a:r>
              <a:rPr dirty="0" sz="1050" spc="484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mauris</a:t>
            </a:r>
            <a:r>
              <a:rPr dirty="0" sz="1050" spc="49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vitae</a:t>
            </a:r>
            <a:r>
              <a:rPr dirty="0" sz="1050" spc="49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orci</a:t>
            </a:r>
            <a:r>
              <a:rPr dirty="0" sz="1050" spc="490">
                <a:latin typeface="Trebuchet MS"/>
                <a:cs typeface="Trebuchet MS"/>
              </a:rPr>
              <a:t> </a:t>
            </a:r>
            <a:r>
              <a:rPr dirty="0" sz="1050" spc="90">
                <a:latin typeface="Trebuchet MS"/>
                <a:cs typeface="Trebuchet MS"/>
              </a:rPr>
              <a:t>maximus</a:t>
            </a:r>
            <a:r>
              <a:rPr dirty="0" sz="1050" spc="49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ultricies.</a:t>
            </a:r>
            <a:r>
              <a:rPr dirty="0" sz="1050" spc="49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Cras</a:t>
            </a:r>
            <a:r>
              <a:rPr dirty="0" sz="1050" spc="49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fringilla</a:t>
            </a:r>
            <a:r>
              <a:rPr dirty="0" sz="1050" spc="49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ipsum </a:t>
            </a:r>
            <a:r>
              <a:rPr dirty="0" sz="1050" spc="75">
                <a:latin typeface="Trebuchet MS"/>
                <a:cs typeface="Trebuchet MS"/>
              </a:rPr>
              <a:t>magna,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fringilla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dui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commodo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-25">
                <a:latin typeface="Trebuchet MS"/>
                <a:cs typeface="Trebuchet MS"/>
              </a:rPr>
              <a:t>a.</a:t>
            </a:r>
            <a:endParaRPr sz="1050">
              <a:latin typeface="Trebuchet MS"/>
              <a:cs typeface="Trebuchet MS"/>
            </a:endParaRPr>
          </a:p>
          <a:p>
            <a:pPr algn="just" marL="12700" marR="5080">
              <a:lnSpc>
                <a:spcPct val="116700"/>
              </a:lnSpc>
              <a:spcBef>
                <a:spcPts val="1120"/>
              </a:spcBef>
            </a:pPr>
            <a:r>
              <a:rPr dirty="0" sz="1050" spc="60">
                <a:latin typeface="Trebuchet MS"/>
                <a:cs typeface="Trebuchet MS"/>
              </a:rPr>
              <a:t>Etiam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vehicula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luctus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fermentum.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metus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congue,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1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lectus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vel,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fermentum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-20">
                <a:latin typeface="Trebuchet MS"/>
                <a:cs typeface="Trebuchet MS"/>
              </a:rPr>
              <a:t>dui. </a:t>
            </a:r>
            <a:r>
              <a:rPr dirty="0" sz="1050" spc="85">
                <a:latin typeface="Trebuchet MS"/>
                <a:cs typeface="Trebuchet MS"/>
              </a:rPr>
              <a:t>Maecenas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ante</a:t>
            </a:r>
            <a:r>
              <a:rPr dirty="0" sz="1050" spc="26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orci,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egestas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aliquet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sit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amet,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sagittis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a</a:t>
            </a:r>
            <a:r>
              <a:rPr dirty="0" sz="1050" spc="265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magna.</a:t>
            </a:r>
            <a:r>
              <a:rPr dirty="0" sz="1050" spc="25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Aliquam</a:t>
            </a:r>
            <a:r>
              <a:rPr dirty="0" sz="1050" spc="254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ante</a:t>
            </a:r>
            <a:r>
              <a:rPr dirty="0" sz="1050" spc="26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quam, pellentesque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2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dignissim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quis,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laoreet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eget</a:t>
            </a:r>
            <a:r>
              <a:rPr dirty="0" sz="1050" spc="20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est.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Aliquam</a:t>
            </a:r>
            <a:r>
              <a:rPr dirty="0" sz="1050" spc="21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erat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volutpat.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Class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aptent</a:t>
            </a:r>
            <a:r>
              <a:rPr dirty="0" sz="1050" spc="21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taciti </a:t>
            </a:r>
            <a:r>
              <a:rPr dirty="0" sz="1050" spc="70">
                <a:latin typeface="Trebuchet MS"/>
                <a:cs typeface="Trebuchet MS"/>
              </a:rPr>
              <a:t>sociosqu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ad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litora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torquent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per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conubia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nostra,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per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inceptos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himenaeos.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220">
                <a:latin typeface="Trebuchet MS"/>
                <a:cs typeface="Trebuchet MS"/>
              </a:rPr>
              <a:t> </a:t>
            </a:r>
            <a:r>
              <a:rPr dirty="0" sz="1050" spc="35">
                <a:latin typeface="Trebuchet MS"/>
                <a:cs typeface="Trebuchet MS"/>
              </a:rPr>
              <a:t>ullamcorper </a:t>
            </a:r>
            <a:r>
              <a:rPr dirty="0" sz="1050">
                <a:latin typeface="Trebuchet MS"/>
                <a:cs typeface="Trebuchet MS"/>
              </a:rPr>
              <a:t>justo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sapien,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in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cursus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libero</a:t>
            </a:r>
            <a:r>
              <a:rPr dirty="0" sz="1050" spc="225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viverra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eget.</a:t>
            </a:r>
            <a:r>
              <a:rPr dirty="0" sz="1050" spc="245">
                <a:latin typeface="Trebuchet MS"/>
                <a:cs typeface="Trebuchet MS"/>
              </a:rPr>
              <a:t> </a:t>
            </a:r>
            <a:r>
              <a:rPr dirty="0" sz="1050" spc="80">
                <a:latin typeface="Trebuchet MS"/>
                <a:cs typeface="Trebuchet MS"/>
              </a:rPr>
              <a:t>Vivamus</a:t>
            </a:r>
            <a:r>
              <a:rPr dirty="0" sz="1050" spc="23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auctor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imperdiet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urna,</a:t>
            </a:r>
            <a:r>
              <a:rPr dirty="0" sz="1050" spc="24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at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229">
                <a:latin typeface="Trebuchet MS"/>
                <a:cs typeface="Trebuchet MS"/>
              </a:rPr>
              <a:t> </a:t>
            </a:r>
            <a:r>
              <a:rPr dirty="0" sz="1050" spc="-25">
                <a:latin typeface="Trebuchet MS"/>
                <a:cs typeface="Trebuchet MS"/>
              </a:rPr>
              <a:t>leo </a:t>
            </a:r>
            <a:r>
              <a:rPr dirty="0" sz="1050" spc="65">
                <a:latin typeface="Trebuchet MS"/>
                <a:cs typeface="Trebuchet MS"/>
              </a:rPr>
              <a:t>posuere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laoreet.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85">
                <a:latin typeface="Trebuchet MS"/>
                <a:cs typeface="Trebuchet MS"/>
              </a:rPr>
              <a:t>Suspendisse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neque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nisl,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fringilla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at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iaculis</a:t>
            </a:r>
            <a:r>
              <a:rPr dirty="0" sz="1050" spc="165">
                <a:latin typeface="Trebuchet MS"/>
                <a:cs typeface="Trebuchet MS"/>
              </a:rPr>
              <a:t> </a:t>
            </a:r>
            <a:r>
              <a:rPr dirty="0" sz="1050" spc="45">
                <a:latin typeface="Trebuchet MS"/>
                <a:cs typeface="Trebuchet MS"/>
              </a:rPr>
              <a:t>scelerisque,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ornare</a:t>
            </a:r>
            <a:r>
              <a:rPr dirty="0" sz="1050" spc="17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</a:t>
            </a:r>
            <a:r>
              <a:rPr dirty="0" sz="1050" spc="15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dolor.</a:t>
            </a:r>
            <a:r>
              <a:rPr dirty="0" sz="1050" spc="155">
                <a:latin typeface="Trebuchet MS"/>
                <a:cs typeface="Trebuchet MS"/>
              </a:rPr>
              <a:t> </a:t>
            </a:r>
            <a:r>
              <a:rPr dirty="0" sz="1050" spc="-25">
                <a:latin typeface="Trebuchet MS"/>
                <a:cs typeface="Trebuchet MS"/>
              </a:rPr>
              <a:t>Ut </a:t>
            </a:r>
            <a:r>
              <a:rPr dirty="0" sz="1050">
                <a:latin typeface="Trebuchet MS"/>
                <a:cs typeface="Trebuchet MS"/>
              </a:rPr>
              <a:t>et</a:t>
            </a:r>
            <a:r>
              <a:rPr dirty="0" sz="1050" spc="155">
                <a:latin typeface="Trebuchet MS"/>
                <a:cs typeface="Trebuchet MS"/>
              </a:rPr>
              <a:t>  </a:t>
            </a:r>
            <a:r>
              <a:rPr dirty="0" sz="1050" spc="50">
                <a:latin typeface="Trebuchet MS"/>
                <a:cs typeface="Trebuchet MS"/>
              </a:rPr>
              <a:t>pulvinar</a:t>
            </a:r>
            <a:r>
              <a:rPr dirty="0" sz="1050" spc="165">
                <a:latin typeface="Trebuchet MS"/>
                <a:cs typeface="Trebuchet MS"/>
              </a:rPr>
              <a:t>  </a:t>
            </a:r>
            <a:r>
              <a:rPr dirty="0" sz="1050">
                <a:latin typeface="Trebuchet MS"/>
                <a:cs typeface="Trebuchet MS"/>
              </a:rPr>
              <a:t>nunc.</a:t>
            </a:r>
            <a:r>
              <a:rPr dirty="0" sz="1050" spc="160">
                <a:latin typeface="Trebuchet MS"/>
                <a:cs typeface="Trebuchet MS"/>
              </a:rPr>
              <a:t>  </a:t>
            </a:r>
            <a:r>
              <a:rPr dirty="0" sz="1050" spc="45">
                <a:latin typeface="Trebuchet MS"/>
                <a:cs typeface="Trebuchet MS"/>
              </a:rPr>
              <a:t>Pellentesque</a:t>
            </a:r>
            <a:r>
              <a:rPr dirty="0" sz="1050" spc="165">
                <a:latin typeface="Trebuchet MS"/>
                <a:cs typeface="Trebuchet MS"/>
              </a:rPr>
              <a:t>  </a:t>
            </a:r>
            <a:r>
              <a:rPr dirty="0" sz="1050">
                <a:latin typeface="Trebuchet MS"/>
                <a:cs typeface="Trebuchet MS"/>
              </a:rPr>
              <a:t>fringilla</a:t>
            </a:r>
            <a:r>
              <a:rPr dirty="0" sz="1050" spc="160">
                <a:latin typeface="Trebuchet MS"/>
                <a:cs typeface="Trebuchet MS"/>
              </a:rPr>
              <a:t>  </a:t>
            </a:r>
            <a:r>
              <a:rPr dirty="0" sz="1050">
                <a:latin typeface="Trebuchet MS"/>
                <a:cs typeface="Trebuchet MS"/>
              </a:rPr>
              <a:t>mollis</a:t>
            </a:r>
            <a:r>
              <a:rPr dirty="0" sz="1050" spc="170">
                <a:latin typeface="Trebuchet MS"/>
                <a:cs typeface="Trebuchet MS"/>
              </a:rPr>
              <a:t>  </a:t>
            </a:r>
            <a:r>
              <a:rPr dirty="0" sz="1050">
                <a:latin typeface="Trebuchet MS"/>
                <a:cs typeface="Trebuchet MS"/>
              </a:rPr>
              <a:t>efficitur.</a:t>
            </a:r>
            <a:r>
              <a:rPr dirty="0" sz="1050" spc="160">
                <a:latin typeface="Trebuchet MS"/>
                <a:cs typeface="Trebuchet MS"/>
              </a:rPr>
              <a:t>  </a:t>
            </a:r>
            <a:r>
              <a:rPr dirty="0" sz="1050" spc="55">
                <a:latin typeface="Trebuchet MS"/>
                <a:cs typeface="Trebuchet MS"/>
              </a:rPr>
              <a:t>Nullam</a:t>
            </a:r>
            <a:r>
              <a:rPr dirty="0" sz="1050" spc="160">
                <a:latin typeface="Trebuchet MS"/>
                <a:cs typeface="Trebuchet MS"/>
              </a:rPr>
              <a:t>  </a:t>
            </a:r>
            <a:r>
              <a:rPr dirty="0" sz="1050" spc="65">
                <a:latin typeface="Trebuchet MS"/>
                <a:cs typeface="Trebuchet MS"/>
              </a:rPr>
              <a:t>venenatis</a:t>
            </a:r>
            <a:r>
              <a:rPr dirty="0" sz="1050" spc="165">
                <a:latin typeface="Trebuchet MS"/>
                <a:cs typeface="Trebuchet MS"/>
              </a:rPr>
              <a:t>  </a:t>
            </a:r>
            <a:r>
              <a:rPr dirty="0" sz="1050" spc="75">
                <a:latin typeface="Trebuchet MS"/>
                <a:cs typeface="Trebuchet MS"/>
              </a:rPr>
              <a:t>commodo </a:t>
            </a:r>
            <a:r>
              <a:rPr dirty="0" sz="1050">
                <a:latin typeface="Trebuchet MS"/>
                <a:cs typeface="Trebuchet MS"/>
              </a:rPr>
              <a:t>imperdiet.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Morbi</a:t>
            </a:r>
            <a:r>
              <a:rPr dirty="0" sz="1050" spc="10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velit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 spc="50">
                <a:latin typeface="Trebuchet MS"/>
                <a:cs typeface="Trebuchet MS"/>
              </a:rPr>
              <a:t>neque,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 spc="75">
                <a:latin typeface="Trebuchet MS"/>
                <a:cs typeface="Trebuchet MS"/>
              </a:rPr>
              <a:t>semper</a:t>
            </a:r>
            <a:r>
              <a:rPr dirty="0" sz="1050" spc="100">
                <a:latin typeface="Trebuchet MS"/>
                <a:cs typeface="Trebuchet MS"/>
              </a:rPr>
              <a:t> </a:t>
            </a:r>
            <a:r>
              <a:rPr dirty="0" sz="1050" spc="60">
                <a:latin typeface="Trebuchet MS"/>
                <a:cs typeface="Trebuchet MS"/>
              </a:rPr>
              <a:t>quis</a:t>
            </a:r>
            <a:r>
              <a:rPr dirty="0" sz="1050" spc="114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lorem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quis,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efficitur</a:t>
            </a:r>
            <a:r>
              <a:rPr dirty="0" sz="1050" spc="1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dignissim</a:t>
            </a:r>
            <a:r>
              <a:rPr dirty="0" sz="1050" spc="110">
                <a:latin typeface="Trebuchet MS"/>
                <a:cs typeface="Trebuchet MS"/>
              </a:rPr>
              <a:t> </a:t>
            </a:r>
            <a:r>
              <a:rPr dirty="0" sz="1050" spc="55">
                <a:latin typeface="Trebuchet MS"/>
                <a:cs typeface="Trebuchet MS"/>
              </a:rPr>
              <a:t>ipsum.</a:t>
            </a:r>
            <a:r>
              <a:rPr dirty="0" sz="1050" spc="105">
                <a:latin typeface="Trebuchet MS"/>
                <a:cs typeface="Trebuchet MS"/>
              </a:rPr>
              <a:t> </a:t>
            </a:r>
            <a:r>
              <a:rPr dirty="0" sz="1050">
                <a:latin typeface="Trebuchet MS"/>
                <a:cs typeface="Trebuchet MS"/>
              </a:rPr>
              <a:t>Ut</a:t>
            </a:r>
            <a:r>
              <a:rPr dirty="0" sz="1050" spc="100">
                <a:latin typeface="Trebuchet MS"/>
                <a:cs typeface="Trebuchet MS"/>
              </a:rPr>
              <a:t> </a:t>
            </a:r>
            <a:r>
              <a:rPr dirty="0" sz="1050" spc="65">
                <a:latin typeface="Trebuchet MS"/>
                <a:cs typeface="Trebuchet MS"/>
              </a:rPr>
              <a:t>ac</a:t>
            </a:r>
            <a:r>
              <a:rPr dirty="0" sz="1050" spc="120">
                <a:latin typeface="Trebuchet MS"/>
                <a:cs typeface="Trebuchet MS"/>
              </a:rPr>
              <a:t> </a:t>
            </a:r>
            <a:r>
              <a:rPr dirty="0" sz="1050" spc="-10">
                <a:latin typeface="Trebuchet MS"/>
                <a:cs typeface="Trebuchet MS"/>
              </a:rPr>
              <a:t>lorem </a:t>
            </a:r>
            <a:r>
              <a:rPr dirty="0" sz="1050" spc="80">
                <a:latin typeface="Trebuchet MS"/>
                <a:cs typeface="Trebuchet MS"/>
              </a:rPr>
              <a:t>sed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turpis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imperdiet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eleifend</a:t>
            </a:r>
            <a:r>
              <a:rPr dirty="0" sz="1050" spc="145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sit</a:t>
            </a:r>
            <a:r>
              <a:rPr dirty="0" sz="1050" spc="135">
                <a:latin typeface="Trebuchet MS"/>
                <a:cs typeface="Trebuchet MS"/>
              </a:rPr>
              <a:t> </a:t>
            </a:r>
            <a:r>
              <a:rPr dirty="0" sz="1050" spc="70">
                <a:latin typeface="Trebuchet MS"/>
                <a:cs typeface="Trebuchet MS"/>
              </a:rPr>
              <a:t>amet</a:t>
            </a:r>
            <a:r>
              <a:rPr dirty="0" sz="1050" spc="140">
                <a:latin typeface="Trebuchet MS"/>
                <a:cs typeface="Trebuchet MS"/>
              </a:rPr>
              <a:t> </a:t>
            </a:r>
            <a:r>
              <a:rPr dirty="0" sz="1050" spc="10">
                <a:latin typeface="Trebuchet MS"/>
                <a:cs typeface="Trebuchet MS"/>
              </a:rPr>
              <a:t>id</a:t>
            </a:r>
            <a:r>
              <a:rPr dirty="0" sz="1050" spc="130">
                <a:latin typeface="Trebuchet MS"/>
                <a:cs typeface="Trebuchet MS"/>
              </a:rPr>
              <a:t> </a:t>
            </a:r>
            <a:r>
              <a:rPr dirty="0" sz="1050" spc="40">
                <a:latin typeface="Trebuchet MS"/>
                <a:cs typeface="Trebuchet MS"/>
              </a:rPr>
              <a:t>sapien.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0" y="721359"/>
            <a:ext cx="1844039" cy="14084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2026-04-01T18:53:15Z</dcterms:created>
  <dcterms:modified xsi:type="dcterms:W3CDTF">2026-04-01T18:53:15Z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2017-08-16T00:00:00Z</vt:filetime>
  </property>
  <property fmtid="{D5CDD505-2E9C-101B-9397-08002B2CF9AE}" pid="3" name="Creator">
    <vt:lpwstr>Writer</vt:lpwstr>
  </property>
  <property fmtid="{D5CDD505-2E9C-101B-9397-08002B2CF9AE}" pid="4" name="Producer">
    <vt:lpwstr>LibreOffice 4.2</vt:lpwstr>
  </property>
  <property fmtid="{D5CDD505-2E9C-101B-9397-08002B2CF9AE}" pid="5" name="LastSaved">
    <vt:filetime>2017-08-16T00:00:00Z</vt:filetime>
  </property>
</Properties>
</file>